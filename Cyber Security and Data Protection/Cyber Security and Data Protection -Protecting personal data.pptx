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5"/>
  </p:notesMasterIdLst>
  <p:handoutMasterIdLst>
    <p:handoutMasterId r:id="rId16"/>
  </p:handoutMasterIdLst>
  <p:sldIdLst>
    <p:sldId id="256" r:id="rId5"/>
    <p:sldId id="257" r:id="rId6"/>
    <p:sldId id="258" r:id="rId7"/>
    <p:sldId id="269" r:id="rId8"/>
    <p:sldId id="259" r:id="rId9"/>
    <p:sldId id="270" r:id="rId10"/>
    <p:sldId id="271" r:id="rId11"/>
    <p:sldId id="267" r:id="rId12"/>
    <p:sldId id="266" r:id="rId13"/>
    <p:sldId id="265"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9BC3E47-E35D-44D0-BD87-46FDE81D5D89}" v="37" dt="2022-07-23T09:03:09.76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showGuides="1">
      <p:cViewPr varScale="1">
        <p:scale>
          <a:sx n="72" d="100"/>
          <a:sy n="72" d="100"/>
        </p:scale>
        <p:origin x="660" y="66"/>
      </p:cViewPr>
      <p:guideLst>
        <p:guide orient="horz" pos="2160"/>
        <p:guide pos="3840"/>
      </p:guideLst>
    </p:cSldViewPr>
  </p:slideViewPr>
  <p:notesTextViewPr>
    <p:cViewPr>
      <p:scale>
        <a:sx n="1" d="1"/>
        <a:sy n="1" d="1"/>
      </p:scale>
      <p:origin x="0" y="0"/>
    </p:cViewPr>
  </p:notesTextViewPr>
  <p:notesViewPr>
    <p:cSldViewPr snapToGrid="0" showGuides="1">
      <p:cViewPr varScale="1">
        <p:scale>
          <a:sx n="58" d="100"/>
          <a:sy n="58" d="100"/>
        </p:scale>
        <p:origin x="1974" y="9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ycliffe Bahati" userId="c4ed4dfab12a01ee" providerId="LiveId" clId="{A9BC3E47-E35D-44D0-BD87-46FDE81D5D89}"/>
    <pc:docChg chg="undo custSel mod addSld delSld modSld sldOrd">
      <pc:chgData name="Wycliffe Bahati" userId="c4ed4dfab12a01ee" providerId="LiveId" clId="{A9BC3E47-E35D-44D0-BD87-46FDE81D5D89}" dt="2022-07-23T09:06:27.337" v="4039" actId="1076"/>
      <pc:docMkLst>
        <pc:docMk/>
      </pc:docMkLst>
      <pc:sldChg chg="addSp delSp modSp">
        <pc:chgData name="Wycliffe Bahati" userId="c4ed4dfab12a01ee" providerId="LiveId" clId="{A9BC3E47-E35D-44D0-BD87-46FDE81D5D89}" dt="2022-07-23T08:51:28.995" v="4019" actId="1076"/>
        <pc:sldMkLst>
          <pc:docMk/>
          <pc:sldMk cId="1652133998" sldId="256"/>
        </pc:sldMkLst>
        <pc:spChg chg="mod">
          <ac:chgData name="Wycliffe Bahati" userId="c4ed4dfab12a01ee" providerId="LiveId" clId="{A9BC3E47-E35D-44D0-BD87-46FDE81D5D89}" dt="2022-07-23T07:10:24.012" v="14"/>
          <ac:spMkLst>
            <pc:docMk/>
            <pc:sldMk cId="1652133998" sldId="256"/>
            <ac:spMk id="6" creationId="{00000000-0000-0000-0000-000000000000}"/>
          </ac:spMkLst>
        </pc:spChg>
        <pc:spChg chg="mod">
          <ac:chgData name="Wycliffe Bahati" userId="c4ed4dfab12a01ee" providerId="LiveId" clId="{A9BC3E47-E35D-44D0-BD87-46FDE81D5D89}" dt="2022-07-23T07:09:46.192" v="13" actId="20577"/>
          <ac:spMkLst>
            <pc:docMk/>
            <pc:sldMk cId="1652133998" sldId="256"/>
            <ac:spMk id="7" creationId="{00000000-0000-0000-0000-000000000000}"/>
          </ac:spMkLst>
        </pc:spChg>
        <pc:picChg chg="del">
          <ac:chgData name="Wycliffe Bahati" userId="c4ed4dfab12a01ee" providerId="LiveId" clId="{A9BC3E47-E35D-44D0-BD87-46FDE81D5D89}" dt="2022-07-23T08:51:15.177" v="4014" actId="478"/>
          <ac:picMkLst>
            <pc:docMk/>
            <pc:sldMk cId="1652133998" sldId="256"/>
            <ac:picMk id="2" creationId="{B29C1000-CE07-4F0A-A31D-7FEF3F9F36A2}"/>
          </ac:picMkLst>
        </pc:picChg>
        <pc:picChg chg="add mod">
          <ac:chgData name="Wycliffe Bahati" userId="c4ed4dfab12a01ee" providerId="LiveId" clId="{A9BC3E47-E35D-44D0-BD87-46FDE81D5D89}" dt="2022-07-23T08:51:28.995" v="4019" actId="1076"/>
          <ac:picMkLst>
            <pc:docMk/>
            <pc:sldMk cId="1652133998" sldId="256"/>
            <ac:picMk id="3" creationId="{F6E44DB9-AC18-4824-A724-893DF7EAF602}"/>
          </ac:picMkLst>
        </pc:picChg>
      </pc:sldChg>
      <pc:sldChg chg="addSp delSp modSp mod modClrScheme chgLayout">
        <pc:chgData name="Wycliffe Bahati" userId="c4ed4dfab12a01ee" providerId="LiveId" clId="{A9BC3E47-E35D-44D0-BD87-46FDE81D5D89}" dt="2022-07-23T08:52:54.053" v="4028" actId="26606"/>
        <pc:sldMkLst>
          <pc:docMk/>
          <pc:sldMk cId="1654255301" sldId="257"/>
        </pc:sldMkLst>
        <pc:spChg chg="mod">
          <ac:chgData name="Wycliffe Bahati" userId="c4ed4dfab12a01ee" providerId="LiveId" clId="{A9BC3E47-E35D-44D0-BD87-46FDE81D5D89}" dt="2022-07-23T08:52:54.053" v="4028" actId="26606"/>
          <ac:spMkLst>
            <pc:docMk/>
            <pc:sldMk cId="1654255301" sldId="257"/>
            <ac:spMk id="13" creationId="{00000000-0000-0000-0000-000000000000}"/>
          </ac:spMkLst>
        </pc:spChg>
        <pc:spChg chg="mod ord">
          <ac:chgData name="Wycliffe Bahati" userId="c4ed4dfab12a01ee" providerId="LiveId" clId="{A9BC3E47-E35D-44D0-BD87-46FDE81D5D89}" dt="2022-07-23T08:52:54.053" v="4028" actId="26606"/>
          <ac:spMkLst>
            <pc:docMk/>
            <pc:sldMk cId="1654255301" sldId="257"/>
            <ac:spMk id="14" creationId="{00000000-0000-0000-0000-000000000000}"/>
          </ac:spMkLst>
        </pc:spChg>
        <pc:picChg chg="add del mod">
          <ac:chgData name="Wycliffe Bahati" userId="c4ed4dfab12a01ee" providerId="LiveId" clId="{A9BC3E47-E35D-44D0-BD87-46FDE81D5D89}" dt="2022-07-23T08:52:26.428" v="4025" actId="478"/>
          <ac:picMkLst>
            <pc:docMk/>
            <pc:sldMk cId="1654255301" sldId="257"/>
            <ac:picMk id="2" creationId="{D7C9AAC0-909C-43FB-9D27-5AD2C46F8CCF}"/>
          </ac:picMkLst>
        </pc:picChg>
        <pc:picChg chg="add mod">
          <ac:chgData name="Wycliffe Bahati" userId="c4ed4dfab12a01ee" providerId="LiveId" clId="{A9BC3E47-E35D-44D0-BD87-46FDE81D5D89}" dt="2022-07-23T08:52:54.053" v="4028" actId="26606"/>
          <ac:picMkLst>
            <pc:docMk/>
            <pc:sldMk cId="1654255301" sldId="257"/>
            <ac:picMk id="3" creationId="{2404C82C-D74E-455F-B983-6C92103A4389}"/>
          </ac:picMkLst>
        </pc:picChg>
      </pc:sldChg>
      <pc:sldChg chg="modSp">
        <pc:chgData name="Wycliffe Bahati" userId="c4ed4dfab12a01ee" providerId="LiveId" clId="{A9BC3E47-E35D-44D0-BD87-46FDE81D5D89}" dt="2022-07-23T07:14:22.685" v="333"/>
        <pc:sldMkLst>
          <pc:docMk/>
          <pc:sldMk cId="4010278615" sldId="258"/>
        </pc:sldMkLst>
        <pc:spChg chg="mod">
          <ac:chgData name="Wycliffe Bahati" userId="c4ed4dfab12a01ee" providerId="LiveId" clId="{A9BC3E47-E35D-44D0-BD87-46FDE81D5D89}" dt="2022-07-23T07:14:22.685" v="333"/>
          <ac:spMkLst>
            <pc:docMk/>
            <pc:sldMk cId="4010278615" sldId="258"/>
            <ac:spMk id="3" creationId="{478CEAD2-459D-4ED6-B490-3D61E44CF8FA}"/>
          </ac:spMkLst>
        </pc:spChg>
      </pc:sldChg>
      <pc:sldChg chg="addSp delSp modSp">
        <pc:chgData name="Wycliffe Bahati" userId="c4ed4dfab12a01ee" providerId="LiveId" clId="{A9BC3E47-E35D-44D0-BD87-46FDE81D5D89}" dt="2022-07-23T07:23:01.483" v="475"/>
        <pc:sldMkLst>
          <pc:docMk/>
          <pc:sldMk cId="2853788422" sldId="259"/>
        </pc:sldMkLst>
        <pc:spChg chg="add del mod">
          <ac:chgData name="Wycliffe Bahati" userId="c4ed4dfab12a01ee" providerId="LiveId" clId="{A9BC3E47-E35D-44D0-BD87-46FDE81D5D89}" dt="2022-07-23T07:22:56.581" v="469" actId="6549"/>
          <ac:spMkLst>
            <pc:docMk/>
            <pc:sldMk cId="2853788422" sldId="259"/>
            <ac:spMk id="2" creationId="{00000000-0000-0000-0000-000000000000}"/>
          </ac:spMkLst>
        </pc:spChg>
        <pc:spChg chg="mod">
          <ac:chgData name="Wycliffe Bahati" userId="c4ed4dfab12a01ee" providerId="LiveId" clId="{A9BC3E47-E35D-44D0-BD87-46FDE81D5D89}" dt="2022-07-23T07:23:01.483" v="475"/>
          <ac:spMkLst>
            <pc:docMk/>
            <pc:sldMk cId="2853788422" sldId="259"/>
            <ac:spMk id="3" creationId="{00000000-0000-0000-0000-000000000000}"/>
          </ac:spMkLst>
        </pc:spChg>
        <pc:spChg chg="del mod">
          <ac:chgData name="Wycliffe Bahati" userId="c4ed4dfab12a01ee" providerId="LiveId" clId="{A9BC3E47-E35D-44D0-BD87-46FDE81D5D89}" dt="2022-07-23T07:14:50.020" v="338" actId="478"/>
          <ac:spMkLst>
            <pc:docMk/>
            <pc:sldMk cId="2853788422" sldId="259"/>
            <ac:spMk id="4" creationId="{7E0E78E8-DA8B-4002-850C-ADC32C61BFCA}"/>
          </ac:spMkLst>
        </pc:spChg>
        <pc:spChg chg="add del mod">
          <ac:chgData name="Wycliffe Bahati" userId="c4ed4dfab12a01ee" providerId="LiveId" clId="{A9BC3E47-E35D-44D0-BD87-46FDE81D5D89}" dt="2022-07-23T07:14:44.979" v="336" actId="478"/>
          <ac:spMkLst>
            <pc:docMk/>
            <pc:sldMk cId="2853788422" sldId="259"/>
            <ac:spMk id="6" creationId="{68ACEAE6-8BA9-4CE1-B8E4-6E87015FBFE8}"/>
          </ac:spMkLst>
        </pc:spChg>
        <pc:spChg chg="add del mod">
          <ac:chgData name="Wycliffe Bahati" userId="c4ed4dfab12a01ee" providerId="LiveId" clId="{A9BC3E47-E35D-44D0-BD87-46FDE81D5D89}" dt="2022-07-23T07:22:56.051" v="467" actId="478"/>
          <ac:spMkLst>
            <pc:docMk/>
            <pc:sldMk cId="2853788422" sldId="259"/>
            <ac:spMk id="8" creationId="{4D64C136-EFAE-4CD8-B9CF-63F5E47A6CCF}"/>
          </ac:spMkLst>
        </pc:spChg>
        <pc:graphicFrameChg chg="del modGraphic">
          <ac:chgData name="Wycliffe Bahati" userId="c4ed4dfab12a01ee" providerId="LiveId" clId="{A9BC3E47-E35D-44D0-BD87-46FDE81D5D89}" dt="2022-07-23T07:14:35.747" v="335" actId="478"/>
          <ac:graphicFrameMkLst>
            <pc:docMk/>
            <pc:sldMk cId="2853788422" sldId="259"/>
            <ac:graphicFrameMk id="16" creationId="{00000000-0000-0000-0000-000000000000}"/>
          </ac:graphicFrameMkLst>
        </pc:graphicFrameChg>
      </pc:sldChg>
      <pc:sldChg chg="del">
        <pc:chgData name="Wycliffe Bahati" userId="c4ed4dfab12a01ee" providerId="LiveId" clId="{A9BC3E47-E35D-44D0-BD87-46FDE81D5D89}" dt="2022-07-23T07:28:02.720" v="586" actId="2696"/>
        <pc:sldMkLst>
          <pc:docMk/>
          <pc:sldMk cId="4224509479" sldId="260"/>
        </pc:sldMkLst>
      </pc:sldChg>
      <pc:sldChg chg="modSp">
        <pc:chgData name="Wycliffe Bahati" userId="c4ed4dfab12a01ee" providerId="LiveId" clId="{A9BC3E47-E35D-44D0-BD87-46FDE81D5D89}" dt="2022-07-23T08:50:10.739" v="4013" actId="20577"/>
        <pc:sldMkLst>
          <pc:docMk/>
          <pc:sldMk cId="3197023440" sldId="265"/>
        </pc:sldMkLst>
        <pc:spChg chg="mod">
          <ac:chgData name="Wycliffe Bahati" userId="c4ed4dfab12a01ee" providerId="LiveId" clId="{A9BC3E47-E35D-44D0-BD87-46FDE81D5D89}" dt="2022-07-23T08:50:10.739" v="4013" actId="20577"/>
          <ac:spMkLst>
            <pc:docMk/>
            <pc:sldMk cId="3197023440" sldId="265"/>
            <ac:spMk id="4" creationId="{00000000-0000-0000-0000-000000000000}"/>
          </ac:spMkLst>
        </pc:spChg>
      </pc:sldChg>
      <pc:sldChg chg="modSp">
        <pc:chgData name="Wycliffe Bahati" userId="c4ed4dfab12a01ee" providerId="LiveId" clId="{A9BC3E47-E35D-44D0-BD87-46FDE81D5D89}" dt="2022-07-23T08:50:05.117" v="4012" actId="313"/>
        <pc:sldMkLst>
          <pc:docMk/>
          <pc:sldMk cId="892748820" sldId="266"/>
        </pc:sldMkLst>
        <pc:spChg chg="mod">
          <ac:chgData name="Wycliffe Bahati" userId="c4ed4dfab12a01ee" providerId="LiveId" clId="{A9BC3E47-E35D-44D0-BD87-46FDE81D5D89}" dt="2022-07-23T07:34:14.154" v="995" actId="20577"/>
          <ac:spMkLst>
            <pc:docMk/>
            <pc:sldMk cId="892748820" sldId="266"/>
            <ac:spMk id="2" creationId="{00000000-0000-0000-0000-000000000000}"/>
          </ac:spMkLst>
        </pc:spChg>
        <pc:spChg chg="mod">
          <ac:chgData name="Wycliffe Bahati" userId="c4ed4dfab12a01ee" providerId="LiveId" clId="{A9BC3E47-E35D-44D0-BD87-46FDE81D5D89}" dt="2022-07-23T08:50:05.117" v="4012" actId="313"/>
          <ac:spMkLst>
            <pc:docMk/>
            <pc:sldMk cId="892748820" sldId="266"/>
            <ac:spMk id="3" creationId="{478CEAD2-459D-4ED6-B490-3D61E44CF8FA}"/>
          </ac:spMkLst>
        </pc:spChg>
      </pc:sldChg>
      <pc:sldChg chg="modSp">
        <pc:chgData name="Wycliffe Bahati" userId="c4ed4dfab12a01ee" providerId="LiveId" clId="{A9BC3E47-E35D-44D0-BD87-46FDE81D5D89}" dt="2022-07-23T09:06:27.337" v="4039" actId="1076"/>
        <pc:sldMkLst>
          <pc:docMk/>
          <pc:sldMk cId="1303198906" sldId="267"/>
        </pc:sldMkLst>
        <pc:spChg chg="mod">
          <ac:chgData name="Wycliffe Bahati" userId="c4ed4dfab12a01ee" providerId="LiveId" clId="{A9BC3E47-E35D-44D0-BD87-46FDE81D5D89}" dt="2022-07-23T09:06:05.961" v="4035" actId="14100"/>
          <ac:spMkLst>
            <pc:docMk/>
            <pc:sldMk cId="1303198906" sldId="267"/>
            <ac:spMk id="2" creationId="{00000000-0000-0000-0000-000000000000}"/>
          </ac:spMkLst>
        </pc:spChg>
        <pc:graphicFrameChg chg="mod modGraphic">
          <ac:chgData name="Wycliffe Bahati" userId="c4ed4dfab12a01ee" providerId="LiveId" clId="{A9BC3E47-E35D-44D0-BD87-46FDE81D5D89}" dt="2022-07-23T09:06:27.337" v="4039" actId="1076"/>
          <ac:graphicFrameMkLst>
            <pc:docMk/>
            <pc:sldMk cId="1303198906" sldId="267"/>
            <ac:graphicFrameMk id="5" creationId="{CB7F504D-C84F-4460-B388-703E0F1CFCFE}"/>
          </ac:graphicFrameMkLst>
        </pc:graphicFrameChg>
      </pc:sldChg>
      <pc:sldChg chg="del">
        <pc:chgData name="Wycliffe Bahati" userId="c4ed4dfab12a01ee" providerId="LiveId" clId="{A9BC3E47-E35D-44D0-BD87-46FDE81D5D89}" dt="2022-07-23T07:34:25.858" v="996" actId="2696"/>
        <pc:sldMkLst>
          <pc:docMk/>
          <pc:sldMk cId="4132457478" sldId="268"/>
        </pc:sldMkLst>
      </pc:sldChg>
      <pc:sldChg chg="addSp delSp modSp add ord">
        <pc:chgData name="Wycliffe Bahati" userId="c4ed4dfab12a01ee" providerId="LiveId" clId="{A9BC3E47-E35D-44D0-BD87-46FDE81D5D89}" dt="2022-07-23T07:46:12.419" v="1036" actId="1076"/>
        <pc:sldMkLst>
          <pc:docMk/>
          <pc:sldMk cId="768352271" sldId="269"/>
        </pc:sldMkLst>
        <pc:spChg chg="mod">
          <ac:chgData name="Wycliffe Bahati" userId="c4ed4dfab12a01ee" providerId="LiveId" clId="{A9BC3E47-E35D-44D0-BD87-46FDE81D5D89}" dt="2022-07-23T07:26:51.679" v="572" actId="20577"/>
          <ac:spMkLst>
            <pc:docMk/>
            <pc:sldMk cId="768352271" sldId="269"/>
            <ac:spMk id="2" creationId="{00000000-0000-0000-0000-000000000000}"/>
          </ac:spMkLst>
        </pc:spChg>
        <pc:spChg chg="mod">
          <ac:chgData name="Wycliffe Bahati" userId="c4ed4dfab12a01ee" providerId="LiveId" clId="{A9BC3E47-E35D-44D0-BD87-46FDE81D5D89}" dt="2022-07-23T07:38:50.482" v="1012" actId="27636"/>
          <ac:spMkLst>
            <pc:docMk/>
            <pc:sldMk cId="768352271" sldId="269"/>
            <ac:spMk id="3" creationId="{00000000-0000-0000-0000-000000000000}"/>
          </ac:spMkLst>
        </pc:spChg>
        <pc:spChg chg="add mod">
          <ac:chgData name="Wycliffe Bahati" userId="c4ed4dfab12a01ee" providerId="LiveId" clId="{A9BC3E47-E35D-44D0-BD87-46FDE81D5D89}" dt="2022-07-23T07:46:12.419" v="1036" actId="1076"/>
          <ac:spMkLst>
            <pc:docMk/>
            <pc:sldMk cId="768352271" sldId="269"/>
            <ac:spMk id="6" creationId="{434AAB1B-6901-443C-B30A-4E92D8C04416}"/>
          </ac:spMkLst>
        </pc:spChg>
        <pc:picChg chg="add del mod">
          <ac:chgData name="Wycliffe Bahati" userId="c4ed4dfab12a01ee" providerId="LiveId" clId="{A9BC3E47-E35D-44D0-BD87-46FDE81D5D89}" dt="2022-07-23T07:43:50.520" v="1021" actId="478"/>
          <ac:picMkLst>
            <pc:docMk/>
            <pc:sldMk cId="768352271" sldId="269"/>
            <ac:picMk id="4" creationId="{C9C26BB9-0F26-4B79-84B7-122B98F71468}"/>
          </ac:picMkLst>
        </pc:picChg>
        <pc:picChg chg="add mod">
          <ac:chgData name="Wycliffe Bahati" userId="c4ed4dfab12a01ee" providerId="LiveId" clId="{A9BC3E47-E35D-44D0-BD87-46FDE81D5D89}" dt="2022-07-23T07:45:11.096" v="1026" actId="14100"/>
          <ac:picMkLst>
            <pc:docMk/>
            <pc:sldMk cId="768352271" sldId="269"/>
            <ac:picMk id="5" creationId="{6DA2AEFF-FC3C-4D17-8C86-98BC120C2C53}"/>
          </ac:picMkLst>
        </pc:picChg>
      </pc:sldChg>
      <pc:sldChg chg="add del">
        <pc:chgData name="Wycliffe Bahati" userId="c4ed4dfab12a01ee" providerId="LiveId" clId="{A9BC3E47-E35D-44D0-BD87-46FDE81D5D89}" dt="2022-07-23T07:18:22.425" v="416"/>
        <pc:sldMkLst>
          <pc:docMk/>
          <pc:sldMk cId="984762101" sldId="269"/>
        </pc:sldMkLst>
      </pc:sldChg>
      <pc:sldChg chg="addSp delSp modSp add">
        <pc:chgData name="Wycliffe Bahati" userId="c4ed4dfab12a01ee" providerId="LiveId" clId="{A9BC3E47-E35D-44D0-BD87-46FDE81D5D89}" dt="2022-07-23T07:59:02.363" v="1094" actId="313"/>
        <pc:sldMkLst>
          <pc:docMk/>
          <pc:sldMk cId="1161404115" sldId="270"/>
        </pc:sldMkLst>
        <pc:spChg chg="mod">
          <ac:chgData name="Wycliffe Bahati" userId="c4ed4dfab12a01ee" providerId="LiveId" clId="{A9BC3E47-E35D-44D0-BD87-46FDE81D5D89}" dt="2022-07-23T07:26:32.736" v="569" actId="313"/>
          <ac:spMkLst>
            <pc:docMk/>
            <pc:sldMk cId="1161404115" sldId="270"/>
            <ac:spMk id="2" creationId="{00000000-0000-0000-0000-000000000000}"/>
          </ac:spMkLst>
        </pc:spChg>
        <pc:spChg chg="mod">
          <ac:chgData name="Wycliffe Bahati" userId="c4ed4dfab12a01ee" providerId="LiveId" clId="{A9BC3E47-E35D-44D0-BD87-46FDE81D5D89}" dt="2022-07-23T07:39:56.834" v="1015" actId="14"/>
          <ac:spMkLst>
            <pc:docMk/>
            <pc:sldMk cId="1161404115" sldId="270"/>
            <ac:spMk id="3" creationId="{00000000-0000-0000-0000-000000000000}"/>
          </ac:spMkLst>
        </pc:spChg>
        <pc:spChg chg="add mod">
          <ac:chgData name="Wycliffe Bahati" userId="c4ed4dfab12a01ee" providerId="LiveId" clId="{A9BC3E47-E35D-44D0-BD87-46FDE81D5D89}" dt="2022-07-23T07:59:02.363" v="1094" actId="313"/>
          <ac:spMkLst>
            <pc:docMk/>
            <pc:sldMk cId="1161404115" sldId="270"/>
            <ac:spMk id="7" creationId="{F9A23AD4-1CDB-4E8A-9C8A-38F1150195F4}"/>
          </ac:spMkLst>
        </pc:spChg>
        <pc:picChg chg="add del mod">
          <ac:chgData name="Wycliffe Bahati" userId="c4ed4dfab12a01ee" providerId="LiveId" clId="{A9BC3E47-E35D-44D0-BD87-46FDE81D5D89}" dt="2022-07-23T07:52:10.806" v="1045" actId="478"/>
          <ac:picMkLst>
            <pc:docMk/>
            <pc:sldMk cId="1161404115" sldId="270"/>
            <ac:picMk id="4" creationId="{6B1F751F-536A-4CC8-8A5D-F5206FF9F5C7}"/>
          </ac:picMkLst>
        </pc:picChg>
        <pc:picChg chg="add del mod">
          <ac:chgData name="Wycliffe Bahati" userId="c4ed4dfab12a01ee" providerId="LiveId" clId="{A9BC3E47-E35D-44D0-BD87-46FDE81D5D89}" dt="2022-07-23T07:58:01.243" v="1052" actId="478"/>
          <ac:picMkLst>
            <pc:docMk/>
            <pc:sldMk cId="1161404115" sldId="270"/>
            <ac:picMk id="5" creationId="{D31B2D23-545C-453F-92A4-D1FE5B030388}"/>
          </ac:picMkLst>
        </pc:picChg>
        <pc:picChg chg="add mod">
          <ac:chgData name="Wycliffe Bahati" userId="c4ed4dfab12a01ee" providerId="LiveId" clId="{A9BC3E47-E35D-44D0-BD87-46FDE81D5D89}" dt="2022-07-23T07:58:23.138" v="1060" actId="1076"/>
          <ac:picMkLst>
            <pc:docMk/>
            <pc:sldMk cId="1161404115" sldId="270"/>
            <ac:picMk id="6" creationId="{9FE72107-68DE-42F6-A720-614BC8C07C19}"/>
          </ac:picMkLst>
        </pc:picChg>
      </pc:sldChg>
      <pc:sldChg chg="addSp modSp add">
        <pc:chgData name="Wycliffe Bahati" userId="c4ed4dfab12a01ee" providerId="LiveId" clId="{A9BC3E47-E35D-44D0-BD87-46FDE81D5D89}" dt="2022-07-23T09:03:15.702" v="4031" actId="1076"/>
        <pc:sldMkLst>
          <pc:docMk/>
          <pc:sldMk cId="3600740489" sldId="271"/>
        </pc:sldMkLst>
        <pc:spChg chg="mod">
          <ac:chgData name="Wycliffe Bahati" userId="c4ed4dfab12a01ee" providerId="LiveId" clId="{A9BC3E47-E35D-44D0-BD87-46FDE81D5D89}" dt="2022-07-23T07:27:16.997" v="583" actId="20577"/>
          <ac:spMkLst>
            <pc:docMk/>
            <pc:sldMk cId="3600740489" sldId="271"/>
            <ac:spMk id="2" creationId="{00000000-0000-0000-0000-000000000000}"/>
          </ac:spMkLst>
        </pc:spChg>
        <pc:spChg chg="mod">
          <ac:chgData name="Wycliffe Bahati" userId="c4ed4dfab12a01ee" providerId="LiveId" clId="{A9BC3E47-E35D-44D0-BD87-46FDE81D5D89}" dt="2022-07-23T08:13:55.505" v="1707" actId="27636"/>
          <ac:spMkLst>
            <pc:docMk/>
            <pc:sldMk cId="3600740489" sldId="271"/>
            <ac:spMk id="3" creationId="{00000000-0000-0000-0000-000000000000}"/>
          </ac:spMkLst>
        </pc:spChg>
        <pc:picChg chg="add mod">
          <ac:chgData name="Wycliffe Bahati" userId="c4ed4dfab12a01ee" providerId="LiveId" clId="{A9BC3E47-E35D-44D0-BD87-46FDE81D5D89}" dt="2022-07-23T09:03:15.702" v="4031" actId="1076"/>
          <ac:picMkLst>
            <pc:docMk/>
            <pc:sldMk cId="3600740489" sldId="271"/>
            <ac:picMk id="4" creationId="{E7FE7BCC-E58D-4AD5-A1C2-0CC92C2DEC41}"/>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3CEAAF3-9831-450B-8D59-2C09DB96C8FC}" type="datetimeFigureOut">
              <a:rPr lang="en-US"/>
              <a:t>23/07/2022</a:t>
            </a:fld>
            <a:endParaRPr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6834459-7356-44BF-850D-8B30C4FB3B6B}" type="slidenum">
              <a:rPr/>
              <a:t>‹#›</a:t>
            </a:fld>
            <a:endParaRPr dirty="0"/>
          </a:p>
        </p:txBody>
      </p:sp>
    </p:spTree>
    <p:extLst>
      <p:ext uri="{BB962C8B-B14F-4D97-AF65-F5344CB8AC3E}">
        <p14:creationId xmlns:p14="http://schemas.microsoft.com/office/powerpoint/2010/main" val="24690165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50CD79-FC16-4410-AB61-17F26E6D3BC8}" type="datetimeFigureOut">
              <a:rPr lang="en-US"/>
              <a:t>23/07/2022</a:t>
            </a:fld>
            <a:endParaRPr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3C37BE-C303-496D-B5CD-85F2937540FC}" type="slidenum">
              <a:rPr/>
              <a:t>‹#›</a:t>
            </a:fld>
            <a:endParaRPr dirty="0"/>
          </a:p>
        </p:txBody>
      </p:sp>
    </p:spTree>
    <p:extLst>
      <p:ext uri="{BB962C8B-B14F-4D97-AF65-F5344CB8AC3E}">
        <p14:creationId xmlns:p14="http://schemas.microsoft.com/office/powerpoint/2010/main" val="33508422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1" dirty="0">
                <a:latin typeface="Arial" pitchFamily="34" charset="0"/>
                <a:cs typeface="Arial" pitchFamily="34" charset="0"/>
              </a:rPr>
              <a:t>NOTE:</a:t>
            </a:r>
          </a:p>
          <a:p>
            <a:r>
              <a:rPr lang="en-US" i="1" dirty="0">
                <a:latin typeface="Arial" pitchFamily="34" charset="0"/>
                <a:cs typeface="Arial" pitchFamily="34" charset="0"/>
              </a:rPr>
              <a:t>To change the  image on this slide, select the picture and delete it. Then click the Pictures icon in the placeholder to insert your own image.</a:t>
            </a:r>
          </a:p>
        </p:txBody>
      </p:sp>
      <p:sp>
        <p:nvSpPr>
          <p:cNvPr id="4" name="Slide Number Placeholder 3"/>
          <p:cNvSpPr>
            <a:spLocks noGrp="1"/>
          </p:cNvSpPr>
          <p:nvPr>
            <p:ph type="sldNum" sz="quarter" idx="10"/>
          </p:nvPr>
        </p:nvSpPr>
        <p:spPr/>
        <p:txBody>
          <a:bodyPr/>
          <a:lstStyle/>
          <a:p>
            <a:fld id="{0A3C37BE-C303-496D-B5CD-85F2937540FC}" type="slidenum">
              <a:rPr lang="en-US" smtClean="0"/>
              <a:t>1</a:t>
            </a:fld>
            <a:endParaRPr lang="en-US" dirty="0"/>
          </a:p>
        </p:txBody>
      </p:sp>
    </p:spTree>
    <p:extLst>
      <p:ext uri="{BB962C8B-B14F-4D97-AF65-F5344CB8AC3E}">
        <p14:creationId xmlns:p14="http://schemas.microsoft.com/office/powerpoint/2010/main" val="2406150269"/>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Rectangle 7"/>
          <p:cNvSpPr/>
          <p:nvPr/>
        </p:nvSpPr>
        <p:spPr>
          <a:xfrm>
            <a:off x="0" y="0"/>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pic>
        <p:nvPicPr>
          <p:cNvPr id="11" name="Picture 10"/>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p:blipFill>
        <p:spPr>
          <a:xfrm>
            <a:off x="1324445" y="0"/>
            <a:ext cx="1747524" cy="2292094"/>
          </a:xfrm>
          <a:prstGeom prst="rect">
            <a:avLst/>
          </a:prstGeom>
        </p:spPr>
      </p:pic>
      <p:sp>
        <p:nvSpPr>
          <p:cNvPr id="2" name="Title 1"/>
          <p:cNvSpPr>
            <a:spLocks noGrp="1"/>
          </p:cNvSpPr>
          <p:nvPr>
            <p:ph type="ctrTitle"/>
          </p:nvPr>
        </p:nvSpPr>
        <p:spPr>
          <a:xfrm>
            <a:off x="1104900" y="2292094"/>
            <a:ext cx="10096500" cy="2219691"/>
          </a:xfrm>
        </p:spPr>
        <p:txBody>
          <a:bodyPr anchor="ctr">
            <a:normAutofit/>
          </a:bodyPr>
          <a:lstStyle>
            <a:lvl1pPr algn="l">
              <a:defRPr sz="4400" cap="all" baseline="0"/>
            </a:lvl1pPr>
          </a:lstStyle>
          <a:p>
            <a:r>
              <a:rPr lang="en-US"/>
              <a:t>Click to edit Master title style</a:t>
            </a:r>
            <a:endParaRPr/>
          </a:p>
        </p:txBody>
      </p:sp>
      <p:sp>
        <p:nvSpPr>
          <p:cNvPr id="3" name="Subtitle 2"/>
          <p:cNvSpPr>
            <a:spLocks noGrp="1"/>
          </p:cNvSpPr>
          <p:nvPr>
            <p:ph type="subTitle" idx="1"/>
          </p:nvPr>
        </p:nvSpPr>
        <p:spPr>
          <a:xfrm>
            <a:off x="1104898" y="4511784"/>
            <a:ext cx="10096501" cy="955565"/>
          </a:xfrm>
        </p:spPr>
        <p:txBody>
          <a:bodyPr>
            <a:normAutofit/>
          </a:bodyPr>
          <a:lstStyle>
            <a:lvl1pPr marL="0" indent="0" algn="l">
              <a:spcBef>
                <a:spcPts val="0"/>
              </a:spcBef>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a:p>
        </p:txBody>
      </p:sp>
      <p:sp>
        <p:nvSpPr>
          <p:cNvPr id="7" name="Rectangle 6"/>
          <p:cNvSpPr/>
          <p:nvPr/>
        </p:nvSpPr>
        <p:spPr>
          <a:xfrm>
            <a:off x="0" y="5778124"/>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4" name="Date Placeholder 3"/>
          <p:cNvSpPr>
            <a:spLocks noGrp="1"/>
          </p:cNvSpPr>
          <p:nvPr>
            <p:ph type="dt" sz="half" idx="10"/>
          </p:nvPr>
        </p:nvSpPr>
        <p:spPr/>
        <p:txBody>
          <a:bodyPr/>
          <a:lstStyle>
            <a:lvl1pPr>
              <a:defRPr baseline="0">
                <a:solidFill>
                  <a:schemeClr val="tx1">
                    <a:lumMod val="20000"/>
                    <a:lumOff val="80000"/>
                  </a:schemeClr>
                </a:solidFill>
              </a:defRPr>
            </a:lvl1pPr>
          </a:lstStyle>
          <a:p>
            <a:fld id="{402B9795-92DC-40DC-A1CA-9A4B349D7824}" type="datetimeFigureOut">
              <a:rPr lang="en-US" smtClean="0"/>
              <a:pPr/>
              <a:t>23/07/2022</a:t>
            </a:fld>
            <a:endParaRPr lang="en-US" dirty="0"/>
          </a:p>
        </p:txBody>
      </p:sp>
      <p:sp>
        <p:nvSpPr>
          <p:cNvPr id="5" name="Footer Placeholder 4"/>
          <p:cNvSpPr>
            <a:spLocks noGrp="1"/>
          </p:cNvSpPr>
          <p:nvPr>
            <p:ph type="ftr" sz="quarter" idx="11"/>
          </p:nvPr>
        </p:nvSpPr>
        <p:spPr/>
        <p:txBody>
          <a:bodyPr/>
          <a:lstStyle>
            <a:lvl1pPr>
              <a:defRPr baseline="0">
                <a:solidFill>
                  <a:schemeClr val="tx1">
                    <a:lumMod val="20000"/>
                    <a:lumOff val="80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baseline="0">
                <a:solidFill>
                  <a:schemeClr val="tx1">
                    <a:lumMod val="20000"/>
                    <a:lumOff val="80000"/>
                  </a:schemeClr>
                </a:solidFill>
              </a:defRPr>
            </a:lvl1pPr>
          </a:lstStyle>
          <a:p>
            <a:fld id="{0FF54DE5-C571-48E8-A5BC-B369434E2F44}" type="slidenum">
              <a:rPr lang="en-US" smtClean="0"/>
              <a:pPr/>
              <a:t>‹#›</a:t>
            </a:fld>
            <a:endParaRPr lang="en-US" dirty="0"/>
          </a:p>
        </p:txBody>
      </p:sp>
    </p:spTree>
    <p:extLst>
      <p:ext uri="{BB962C8B-B14F-4D97-AF65-F5344CB8AC3E}">
        <p14:creationId xmlns:p14="http://schemas.microsoft.com/office/powerpoint/2010/main" val="16597565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402B9795-92DC-40DC-A1CA-9A4B349D7824}" type="datetimeFigureOut">
              <a:rPr lang="en-US"/>
              <a:t>23/07/2022</a:t>
            </a:fld>
            <a:endParaRPr dirty="0"/>
          </a:p>
        </p:txBody>
      </p:sp>
      <p:sp>
        <p:nvSpPr>
          <p:cNvPr id="5" name="Footer Placeholder 4"/>
          <p:cNvSpPr>
            <a:spLocks noGrp="1"/>
          </p:cNvSpPr>
          <p:nvPr>
            <p:ph type="ftr" sz="quarter" idx="11"/>
          </p:nvPr>
        </p:nvSpPr>
        <p:spPr/>
        <p:txBody>
          <a:bodyPr/>
          <a:lstStyle/>
          <a:p>
            <a:endParaRPr dirty="0"/>
          </a:p>
        </p:txBody>
      </p:sp>
      <p:sp>
        <p:nvSpPr>
          <p:cNvPr id="6" name="Slide Number Placeholder 5"/>
          <p:cNvSpPr>
            <a:spLocks noGrp="1"/>
          </p:cNvSpPr>
          <p:nvPr>
            <p:ph type="sldNum" sz="quarter" idx="12"/>
          </p:nvPr>
        </p:nvSpPr>
        <p:spPr/>
        <p:txBody>
          <a:bodyPr/>
          <a:lstStyle/>
          <a:p>
            <a:fld id="{0FF54DE5-C571-48E8-A5BC-B369434E2F44}" type="slidenum">
              <a:rPr/>
              <a:t>‹#›</a:t>
            </a:fld>
            <a:endParaRPr dirty="0"/>
          </a:p>
        </p:txBody>
      </p:sp>
    </p:spTree>
    <p:extLst>
      <p:ext uri="{BB962C8B-B14F-4D97-AF65-F5344CB8AC3E}">
        <p14:creationId xmlns:p14="http://schemas.microsoft.com/office/powerpoint/2010/main" val="3786876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with Picture">
    <p:spTree>
      <p:nvGrpSpPr>
        <p:cNvPr id="1" name=""/>
        <p:cNvGrpSpPr/>
        <p:nvPr/>
      </p:nvGrpSpPr>
      <p:grpSpPr>
        <a:xfrm>
          <a:off x="0" y="0"/>
          <a:ext cx="0" cy="0"/>
          <a:chOff x="0" y="0"/>
          <a:chExt cx="0" cy="0"/>
        </a:xfrm>
      </p:grpSpPr>
      <p:sp>
        <p:nvSpPr>
          <p:cNvPr id="2" name="Title 1"/>
          <p:cNvSpPr>
            <a:spLocks noGrp="1"/>
          </p:cNvSpPr>
          <p:nvPr>
            <p:ph type="ctrTitle"/>
          </p:nvPr>
        </p:nvSpPr>
        <p:spPr>
          <a:xfrm>
            <a:off x="1104900" y="2292094"/>
            <a:ext cx="5734050" cy="2219691"/>
          </a:xfrm>
        </p:spPr>
        <p:txBody>
          <a:bodyPr anchor="ctr">
            <a:normAutofit/>
          </a:bodyPr>
          <a:lstStyle>
            <a:lvl1pPr algn="l">
              <a:defRPr sz="4400" cap="all" baseline="0"/>
            </a:lvl1pPr>
          </a:lstStyle>
          <a:p>
            <a:r>
              <a:rPr lang="en-US"/>
              <a:t>Click to edit Master title style</a:t>
            </a:r>
            <a:endParaRPr/>
          </a:p>
        </p:txBody>
      </p:sp>
      <p:sp>
        <p:nvSpPr>
          <p:cNvPr id="3" name="Subtitle 2"/>
          <p:cNvSpPr>
            <a:spLocks noGrp="1"/>
          </p:cNvSpPr>
          <p:nvPr>
            <p:ph type="subTitle" idx="1"/>
          </p:nvPr>
        </p:nvSpPr>
        <p:spPr>
          <a:xfrm>
            <a:off x="1104900" y="4511784"/>
            <a:ext cx="5734050" cy="955565"/>
          </a:xfrm>
        </p:spPr>
        <p:txBody>
          <a:bodyPr>
            <a:normAutofit/>
          </a:bodyPr>
          <a:lstStyle>
            <a:lvl1pPr marL="0" indent="0" algn="l">
              <a:spcBef>
                <a:spcPts val="0"/>
              </a:spcBef>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a:p>
        </p:txBody>
      </p:sp>
      <p:sp>
        <p:nvSpPr>
          <p:cNvPr id="11" name="Picture Placeholder 10" descr="An empty placeholder to add an image. Click on the placeholder and select the image that you wish to add."/>
          <p:cNvSpPr>
            <a:spLocks noGrp="1"/>
          </p:cNvSpPr>
          <p:nvPr>
            <p:ph type="pic" sz="quarter" idx="13"/>
          </p:nvPr>
        </p:nvSpPr>
        <p:spPr>
          <a:xfrm>
            <a:off x="6981063" y="1310656"/>
            <a:ext cx="5210937" cy="4208604"/>
          </a:xfrm>
          <a:solidFill>
            <a:schemeClr val="tx1">
              <a:lumMod val="20000"/>
              <a:lumOff val="80000"/>
            </a:schemeClr>
          </a:solidFill>
        </p:spPr>
        <p:txBody>
          <a:bodyPr tIns="1005840"/>
          <a:lstStyle>
            <a:lvl1pPr marL="0" indent="0" algn="ctr">
              <a:buNone/>
              <a:defRPr/>
            </a:lvl1pPr>
          </a:lstStyle>
          <a:p>
            <a:r>
              <a:rPr lang="en-US" dirty="0"/>
              <a:t>Click icon to add picture</a:t>
            </a:r>
            <a:endParaRPr dirty="0"/>
          </a:p>
        </p:txBody>
      </p:sp>
      <p:sp>
        <p:nvSpPr>
          <p:cNvPr id="8" name="Rectangle 7"/>
          <p:cNvSpPr/>
          <p:nvPr/>
        </p:nvSpPr>
        <p:spPr>
          <a:xfrm>
            <a:off x="0" y="0"/>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grpSp>
        <p:nvGrpSpPr>
          <p:cNvPr id="14" name="Group 13"/>
          <p:cNvGrpSpPr/>
          <p:nvPr/>
        </p:nvGrpSpPr>
        <p:grpSpPr>
          <a:xfrm>
            <a:off x="0" y="1143000"/>
            <a:ext cx="12192000" cy="63125"/>
            <a:chOff x="507492" y="1501519"/>
            <a:chExt cx="8129016" cy="63125"/>
          </a:xfrm>
        </p:grpSpPr>
        <p:cxnSp>
          <p:nvCxnSpPr>
            <p:cNvPr id="15" name="Straight Connector 14"/>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pic>
        <p:nvPicPr>
          <p:cNvPr id="10" name="Picture 9"/>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p:blipFill>
        <p:spPr>
          <a:xfrm>
            <a:off x="1325880" y="0"/>
            <a:ext cx="1747524" cy="2292094"/>
          </a:xfrm>
          <a:prstGeom prst="rect">
            <a:avLst/>
          </a:prstGeom>
        </p:spPr>
      </p:pic>
      <p:grpSp>
        <p:nvGrpSpPr>
          <p:cNvPr id="13" name="Group 12"/>
          <p:cNvGrpSpPr/>
          <p:nvPr/>
        </p:nvGrpSpPr>
        <p:grpSpPr>
          <a:xfrm rot="10800000">
            <a:off x="0" y="5645510"/>
            <a:ext cx="12192000" cy="63125"/>
            <a:chOff x="507492" y="1501519"/>
            <a:chExt cx="8129016" cy="63125"/>
          </a:xfrm>
        </p:grpSpPr>
        <p:cxnSp>
          <p:nvCxnSpPr>
            <p:cNvPr id="17" name="Straight Connector 16"/>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7" name="Rectangle 6"/>
          <p:cNvSpPr/>
          <p:nvPr/>
        </p:nvSpPr>
        <p:spPr>
          <a:xfrm>
            <a:off x="0" y="5778124"/>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Tree>
    <p:extLst>
      <p:ext uri="{BB962C8B-B14F-4D97-AF65-F5344CB8AC3E}">
        <p14:creationId xmlns:p14="http://schemas.microsoft.com/office/powerpoint/2010/main" val="26739436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2514600"/>
            <a:ext cx="12192000" cy="3194035"/>
            <a:chOff x="647402" y="2514600"/>
            <a:chExt cx="10838688" cy="3194035"/>
          </a:xfrm>
        </p:grpSpPr>
        <p:grpSp>
          <p:nvGrpSpPr>
            <p:cNvPr id="9" name="Group 8"/>
            <p:cNvGrpSpPr/>
            <p:nvPr/>
          </p:nvGrpSpPr>
          <p:grpSpPr>
            <a:xfrm>
              <a:off x="647402" y="2514600"/>
              <a:ext cx="10838688" cy="63125"/>
              <a:chOff x="507492" y="1501519"/>
              <a:chExt cx="8129016" cy="63125"/>
            </a:xfrm>
          </p:grpSpPr>
          <p:cxnSp>
            <p:nvCxnSpPr>
              <p:cNvPr id="14" name="Straight Connector 13"/>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10" name="Rectangle 9"/>
            <p:cNvSpPr/>
            <p:nvPr/>
          </p:nvSpPr>
          <p:spPr>
            <a:xfrm>
              <a:off x="647402" y="2640850"/>
              <a:ext cx="10838688" cy="294153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grpSp>
          <p:nvGrpSpPr>
            <p:cNvPr id="11" name="Group 10"/>
            <p:cNvGrpSpPr/>
            <p:nvPr/>
          </p:nvGrpSpPr>
          <p:grpSpPr>
            <a:xfrm rot="10800000">
              <a:off x="647402" y="5645510"/>
              <a:ext cx="10838688" cy="63125"/>
              <a:chOff x="507492" y="1501519"/>
              <a:chExt cx="8129016" cy="63125"/>
            </a:xfrm>
          </p:grpSpPr>
          <p:cxnSp>
            <p:nvCxnSpPr>
              <p:cNvPr id="12" name="Straight Connector 11"/>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grpSp>
      <p:pic>
        <p:nvPicPr>
          <p:cNvPr id="7" name="Picture 6"/>
          <p:cNvPicPr>
            <a:picLocks noChangeAspect="1"/>
          </p:cNvPicPr>
          <p:nvPr/>
        </p:nvPicPr>
        <p:blipFill>
          <a:blip r:embed="rId2" cstate="print">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1325880" y="0"/>
            <a:ext cx="1783188" cy="2971806"/>
          </a:xfrm>
          <a:prstGeom prst="rect">
            <a:avLst/>
          </a:prstGeom>
        </p:spPr>
      </p:pic>
      <p:sp>
        <p:nvSpPr>
          <p:cNvPr id="2" name="Title 1"/>
          <p:cNvSpPr>
            <a:spLocks noGrp="1"/>
          </p:cNvSpPr>
          <p:nvPr>
            <p:ph type="title"/>
          </p:nvPr>
        </p:nvSpPr>
        <p:spPr>
          <a:xfrm>
            <a:off x="1104899" y="2971806"/>
            <a:ext cx="10071099" cy="1684150"/>
          </a:xfrm>
        </p:spPr>
        <p:txBody>
          <a:bodyPr anchor="ctr">
            <a:normAutofit/>
          </a:bodyPr>
          <a:lstStyle>
            <a:lvl1pPr>
              <a:defRPr sz="4400" cap="all" baseline="0">
                <a:solidFill>
                  <a:schemeClr val="bg1"/>
                </a:solidFill>
              </a:defRPr>
            </a:lvl1pPr>
          </a:lstStyle>
          <a:p>
            <a:r>
              <a:rPr lang="en-US"/>
              <a:t>Click to edit Master title style</a:t>
            </a:r>
            <a:endParaRPr/>
          </a:p>
        </p:txBody>
      </p:sp>
      <p:sp>
        <p:nvSpPr>
          <p:cNvPr id="3" name="Text Placeholder 2"/>
          <p:cNvSpPr>
            <a:spLocks noGrp="1"/>
          </p:cNvSpPr>
          <p:nvPr>
            <p:ph type="body" idx="1"/>
          </p:nvPr>
        </p:nvSpPr>
        <p:spPr>
          <a:xfrm>
            <a:off x="1104899" y="4655956"/>
            <a:ext cx="10071099" cy="509750"/>
          </a:xfrm>
        </p:spPr>
        <p:txBody>
          <a:bodyPr>
            <a:normAutofit/>
          </a:bodyPr>
          <a:lstStyle>
            <a:lvl1pPr marL="0" indent="0">
              <a:spcBef>
                <a:spcPts val="0"/>
              </a:spcBef>
              <a:buNone/>
              <a:defRPr sz="16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02B9795-92DC-40DC-A1CA-9A4B349D7824}" type="datetimeFigureOut">
              <a:rPr lang="en-US"/>
              <a:t>23/07/2022</a:t>
            </a:fld>
            <a:endParaRPr dirty="0"/>
          </a:p>
        </p:txBody>
      </p:sp>
      <p:sp>
        <p:nvSpPr>
          <p:cNvPr id="5" name="Footer Placeholder 4"/>
          <p:cNvSpPr>
            <a:spLocks noGrp="1"/>
          </p:cNvSpPr>
          <p:nvPr>
            <p:ph type="ftr" sz="quarter" idx="11"/>
          </p:nvPr>
        </p:nvSpPr>
        <p:spPr/>
        <p:txBody>
          <a:bodyPr/>
          <a:lstStyle/>
          <a:p>
            <a:endParaRPr dirty="0"/>
          </a:p>
        </p:txBody>
      </p:sp>
      <p:sp>
        <p:nvSpPr>
          <p:cNvPr id="6" name="Slide Number Placeholder 5"/>
          <p:cNvSpPr>
            <a:spLocks noGrp="1"/>
          </p:cNvSpPr>
          <p:nvPr>
            <p:ph type="sldNum" sz="quarter" idx="12"/>
          </p:nvPr>
        </p:nvSpPr>
        <p:spPr/>
        <p:txBody>
          <a:bodyPr/>
          <a:lstStyle/>
          <a:p>
            <a:fld id="{0FF54DE5-C571-48E8-A5BC-B369434E2F44}" type="slidenum">
              <a:rPr/>
              <a:t>‹#›</a:t>
            </a:fld>
            <a:endParaRPr dirty="0"/>
          </a:p>
        </p:txBody>
      </p:sp>
    </p:spTree>
    <p:extLst>
      <p:ext uri="{BB962C8B-B14F-4D97-AF65-F5344CB8AC3E}">
        <p14:creationId xmlns:p14="http://schemas.microsoft.com/office/powerpoint/2010/main" val="36026788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1104900" y="1600200"/>
            <a:ext cx="4914900" cy="4571999"/>
          </a:xfrm>
        </p:spPr>
        <p:txBody>
          <a:bodyPr/>
          <a:lstStyle>
            <a:lvl5pP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172200" y="1600200"/>
            <a:ext cx="4914900" cy="4571999"/>
          </a:xfrm>
        </p:spPr>
        <p:txBody>
          <a:bodyPr/>
          <a:lstStyle>
            <a:lvl5pPr>
              <a:defRPr/>
            </a:lvl5pPr>
            <a:lvl6pPr>
              <a:defRPr/>
            </a:lvl6pPr>
            <a:lvl7pPr>
              <a:defRPr/>
            </a:lvl7pPr>
            <a:lvl8pPr>
              <a:defRPr/>
            </a:lvl8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402B9795-92DC-40DC-A1CA-9A4B349D7824}" type="datetimeFigureOut">
              <a:rPr lang="en-US"/>
              <a:t>23/07/2022</a:t>
            </a:fld>
            <a:endParaRPr dirty="0"/>
          </a:p>
        </p:txBody>
      </p:sp>
      <p:sp>
        <p:nvSpPr>
          <p:cNvPr id="6" name="Footer Placeholder 5"/>
          <p:cNvSpPr>
            <a:spLocks noGrp="1"/>
          </p:cNvSpPr>
          <p:nvPr>
            <p:ph type="ftr" sz="quarter" idx="11"/>
          </p:nvPr>
        </p:nvSpPr>
        <p:spPr/>
        <p:txBody>
          <a:bodyPr/>
          <a:lstStyle/>
          <a:p>
            <a:endParaRPr dirty="0"/>
          </a:p>
        </p:txBody>
      </p:sp>
      <p:sp>
        <p:nvSpPr>
          <p:cNvPr id="7" name="Slide Number Placeholder 6"/>
          <p:cNvSpPr>
            <a:spLocks noGrp="1"/>
          </p:cNvSpPr>
          <p:nvPr>
            <p:ph type="sldNum" sz="quarter" idx="12"/>
          </p:nvPr>
        </p:nvSpPr>
        <p:spPr/>
        <p:txBody>
          <a:bodyPr/>
          <a:lstStyle/>
          <a:p>
            <a:fld id="{0FF54DE5-C571-48E8-A5BC-B369434E2F44}" type="slidenum">
              <a:rPr/>
              <a:t>‹#›</a:t>
            </a:fld>
            <a:endParaRPr dirty="0"/>
          </a:p>
        </p:txBody>
      </p:sp>
    </p:spTree>
    <p:extLst>
      <p:ext uri="{BB962C8B-B14F-4D97-AF65-F5344CB8AC3E}">
        <p14:creationId xmlns:p14="http://schemas.microsoft.com/office/powerpoint/2010/main" val="35277910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Text Placeholder 2"/>
          <p:cNvSpPr>
            <a:spLocks noGrp="1"/>
          </p:cNvSpPr>
          <p:nvPr>
            <p:ph type="body" idx="1"/>
          </p:nvPr>
        </p:nvSpPr>
        <p:spPr>
          <a:xfrm>
            <a:off x="1104900" y="1600200"/>
            <a:ext cx="4919472" cy="823912"/>
          </a:xfrm>
        </p:spPr>
        <p:txBody>
          <a:bodyPr anchor="b"/>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4900" y="2424112"/>
            <a:ext cx="4919472" cy="37480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166110" y="1600200"/>
            <a:ext cx="4919472" cy="823912"/>
          </a:xfrm>
        </p:spPr>
        <p:txBody>
          <a:bodyPr anchor="b"/>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66110" y="2424112"/>
            <a:ext cx="4919472" cy="37480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p:txBody>
          <a:bodyPr/>
          <a:lstStyle/>
          <a:p>
            <a:fld id="{402B9795-92DC-40DC-A1CA-9A4B349D7824}" type="datetimeFigureOut">
              <a:rPr lang="en-US"/>
              <a:t>23/07/2022</a:t>
            </a:fld>
            <a:endParaRPr dirty="0"/>
          </a:p>
        </p:txBody>
      </p:sp>
      <p:sp>
        <p:nvSpPr>
          <p:cNvPr id="8" name="Footer Placeholder 7"/>
          <p:cNvSpPr>
            <a:spLocks noGrp="1"/>
          </p:cNvSpPr>
          <p:nvPr>
            <p:ph type="ftr" sz="quarter" idx="11"/>
          </p:nvPr>
        </p:nvSpPr>
        <p:spPr/>
        <p:txBody>
          <a:bodyPr/>
          <a:lstStyle/>
          <a:p>
            <a:endParaRPr dirty="0"/>
          </a:p>
        </p:txBody>
      </p:sp>
      <p:sp>
        <p:nvSpPr>
          <p:cNvPr id="9" name="Slide Number Placeholder 8"/>
          <p:cNvSpPr>
            <a:spLocks noGrp="1"/>
          </p:cNvSpPr>
          <p:nvPr>
            <p:ph type="sldNum" sz="quarter" idx="12"/>
          </p:nvPr>
        </p:nvSpPr>
        <p:spPr/>
        <p:txBody>
          <a:bodyPr/>
          <a:lstStyle/>
          <a:p>
            <a:fld id="{0FF54DE5-C571-48E8-A5BC-B369434E2F44}" type="slidenum">
              <a:rPr/>
              <a:t>‹#›</a:t>
            </a:fld>
            <a:endParaRPr dirty="0"/>
          </a:p>
        </p:txBody>
      </p:sp>
    </p:spTree>
    <p:extLst>
      <p:ext uri="{BB962C8B-B14F-4D97-AF65-F5344CB8AC3E}">
        <p14:creationId xmlns:p14="http://schemas.microsoft.com/office/powerpoint/2010/main" val="39710161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fld id="{402B9795-92DC-40DC-A1CA-9A4B349D7824}" type="datetimeFigureOut">
              <a:rPr lang="en-US"/>
              <a:t>23/07/2022</a:t>
            </a:fld>
            <a:endParaRPr dirty="0"/>
          </a:p>
        </p:txBody>
      </p:sp>
      <p:sp>
        <p:nvSpPr>
          <p:cNvPr id="4" name="Footer Placeholder 3"/>
          <p:cNvSpPr>
            <a:spLocks noGrp="1"/>
          </p:cNvSpPr>
          <p:nvPr>
            <p:ph type="ftr" sz="quarter" idx="11"/>
          </p:nvPr>
        </p:nvSpPr>
        <p:spPr/>
        <p:txBody>
          <a:bodyPr/>
          <a:lstStyle/>
          <a:p>
            <a:endParaRPr dirty="0"/>
          </a:p>
        </p:txBody>
      </p:sp>
      <p:sp>
        <p:nvSpPr>
          <p:cNvPr id="5" name="Slide Number Placeholder 4"/>
          <p:cNvSpPr>
            <a:spLocks noGrp="1"/>
          </p:cNvSpPr>
          <p:nvPr>
            <p:ph type="sldNum" sz="quarter" idx="12"/>
          </p:nvPr>
        </p:nvSpPr>
        <p:spPr/>
        <p:txBody>
          <a:bodyPr/>
          <a:lstStyle/>
          <a:p>
            <a:fld id="{0FF54DE5-C571-48E8-A5BC-B369434E2F44}" type="slidenum">
              <a:rPr/>
              <a:t>‹#›</a:t>
            </a:fld>
            <a:endParaRPr dirty="0"/>
          </a:p>
        </p:txBody>
      </p:sp>
    </p:spTree>
    <p:extLst>
      <p:ext uri="{BB962C8B-B14F-4D97-AF65-F5344CB8AC3E}">
        <p14:creationId xmlns:p14="http://schemas.microsoft.com/office/powerpoint/2010/main" val="17581115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02B9795-92DC-40DC-A1CA-9A4B349D7824}" type="datetimeFigureOut">
              <a:rPr lang="en-US"/>
              <a:t>23/07/2022</a:t>
            </a:fld>
            <a:endParaRPr dirty="0"/>
          </a:p>
        </p:txBody>
      </p:sp>
      <p:sp>
        <p:nvSpPr>
          <p:cNvPr id="3" name="Footer Placeholder 2"/>
          <p:cNvSpPr>
            <a:spLocks noGrp="1"/>
          </p:cNvSpPr>
          <p:nvPr>
            <p:ph type="ftr" sz="quarter" idx="11"/>
          </p:nvPr>
        </p:nvSpPr>
        <p:spPr/>
        <p:txBody>
          <a:bodyPr/>
          <a:lstStyle/>
          <a:p>
            <a:endParaRPr dirty="0"/>
          </a:p>
        </p:txBody>
      </p:sp>
      <p:sp>
        <p:nvSpPr>
          <p:cNvPr id="4" name="Slide Number Placeholder 3"/>
          <p:cNvSpPr>
            <a:spLocks noGrp="1"/>
          </p:cNvSpPr>
          <p:nvPr>
            <p:ph type="sldNum" sz="quarter" idx="12"/>
          </p:nvPr>
        </p:nvSpPr>
        <p:spPr/>
        <p:txBody>
          <a:bodyPr/>
          <a:lstStyle/>
          <a:p>
            <a:fld id="{0FF54DE5-C571-48E8-A5BC-B369434E2F44}" type="slidenum">
              <a:rPr/>
              <a:t>‹#›</a:t>
            </a:fld>
            <a:endParaRPr dirty="0"/>
          </a:p>
        </p:txBody>
      </p:sp>
    </p:spTree>
    <p:extLst>
      <p:ext uri="{BB962C8B-B14F-4D97-AF65-F5344CB8AC3E}">
        <p14:creationId xmlns:p14="http://schemas.microsoft.com/office/powerpoint/2010/main" val="3024169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defRPr sz="3200"/>
            </a:lvl1pPr>
          </a:lstStyle>
          <a:p>
            <a:r>
              <a:rPr lang="en-US"/>
              <a:t>Click to edit Master title style</a:t>
            </a:r>
            <a:endParaRPr/>
          </a:p>
        </p:txBody>
      </p:sp>
      <p:sp>
        <p:nvSpPr>
          <p:cNvPr id="4" name="Text Placeholder 3"/>
          <p:cNvSpPr>
            <a:spLocks noGrp="1"/>
          </p:cNvSpPr>
          <p:nvPr>
            <p:ph type="body" sz="half" idx="2"/>
          </p:nvPr>
        </p:nvSpPr>
        <p:spPr>
          <a:xfrm>
            <a:off x="1104900" y="1600200"/>
            <a:ext cx="4384548" cy="4572000"/>
          </a:xfrm>
        </p:spPr>
        <p:txBody>
          <a:bodyPr>
            <a:normAutofit/>
          </a:bodyPr>
          <a:lstStyle>
            <a:lvl1pPr marL="0" indent="0">
              <a:spcBef>
                <a:spcPts val="120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p:cNvSpPr>
            <a:spLocks noGrp="1"/>
          </p:cNvSpPr>
          <p:nvPr>
            <p:ph idx="1"/>
          </p:nvPr>
        </p:nvSpPr>
        <p:spPr>
          <a:xfrm>
            <a:off x="5641848" y="1600199"/>
            <a:ext cx="5445252" cy="4572001"/>
          </a:xfrm>
        </p:spPr>
        <p:txBody>
          <a:bodyPr>
            <a:normAutofit/>
          </a:bodyPr>
          <a:lstStyle>
            <a:lvl1pPr>
              <a:defRPr sz="2000"/>
            </a:lvl1pPr>
            <a:lvl2pPr>
              <a:defRPr sz="16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402B9795-92DC-40DC-A1CA-9A4B349D7824}" type="datetimeFigureOut">
              <a:rPr lang="en-US"/>
              <a:t>23/07/2022</a:t>
            </a:fld>
            <a:endParaRPr dirty="0"/>
          </a:p>
        </p:txBody>
      </p:sp>
      <p:sp>
        <p:nvSpPr>
          <p:cNvPr id="6" name="Footer Placeholder 5"/>
          <p:cNvSpPr>
            <a:spLocks noGrp="1"/>
          </p:cNvSpPr>
          <p:nvPr>
            <p:ph type="ftr" sz="quarter" idx="11"/>
          </p:nvPr>
        </p:nvSpPr>
        <p:spPr/>
        <p:txBody>
          <a:bodyPr/>
          <a:lstStyle/>
          <a:p>
            <a:endParaRPr dirty="0"/>
          </a:p>
        </p:txBody>
      </p:sp>
      <p:sp>
        <p:nvSpPr>
          <p:cNvPr id="7" name="Slide Number Placeholder 6"/>
          <p:cNvSpPr>
            <a:spLocks noGrp="1"/>
          </p:cNvSpPr>
          <p:nvPr>
            <p:ph type="sldNum" sz="quarter" idx="12"/>
          </p:nvPr>
        </p:nvSpPr>
        <p:spPr/>
        <p:txBody>
          <a:bodyPr/>
          <a:lstStyle/>
          <a:p>
            <a:fld id="{0FF54DE5-C571-48E8-A5BC-B369434E2F44}" type="slidenum">
              <a:rPr/>
              <a:t>‹#›</a:t>
            </a:fld>
            <a:endParaRPr dirty="0"/>
          </a:p>
        </p:txBody>
      </p:sp>
    </p:spTree>
    <p:extLst>
      <p:ext uri="{BB962C8B-B14F-4D97-AF65-F5344CB8AC3E}">
        <p14:creationId xmlns:p14="http://schemas.microsoft.com/office/powerpoint/2010/main" val="37697646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defRPr sz="3200"/>
            </a:lvl1pPr>
          </a:lstStyle>
          <a:p>
            <a:r>
              <a:rPr lang="en-US"/>
              <a:t>Click to edit Master title style</a:t>
            </a:r>
            <a:endParaRPr/>
          </a:p>
        </p:txBody>
      </p:sp>
      <p:sp>
        <p:nvSpPr>
          <p:cNvPr id="4" name="Text Placeholder 3"/>
          <p:cNvSpPr>
            <a:spLocks noGrp="1"/>
          </p:cNvSpPr>
          <p:nvPr>
            <p:ph type="body" sz="half" idx="2"/>
          </p:nvPr>
        </p:nvSpPr>
        <p:spPr>
          <a:xfrm>
            <a:off x="1104900" y="1600200"/>
            <a:ext cx="3396996" cy="4572000"/>
          </a:xfrm>
        </p:spPr>
        <p:txBody>
          <a:bodyPr>
            <a:normAutofit/>
          </a:bodyPr>
          <a:lstStyle>
            <a:lvl1pPr marL="0" indent="0">
              <a:spcBef>
                <a:spcPts val="120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descr="An empty placeholder to add an image. Click on the placeholder and select the image that you wish to add."/>
          <p:cNvSpPr>
            <a:spLocks noGrp="1"/>
          </p:cNvSpPr>
          <p:nvPr>
            <p:ph type="pic" idx="1"/>
          </p:nvPr>
        </p:nvSpPr>
        <p:spPr>
          <a:xfrm>
            <a:off x="4654671" y="1600199"/>
            <a:ext cx="6430912" cy="4572001"/>
          </a:xfrm>
        </p:spPr>
        <p:txBody>
          <a:bodyPr tIns="118872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endParaRPr dirty="0"/>
          </a:p>
        </p:txBody>
      </p:sp>
      <p:sp>
        <p:nvSpPr>
          <p:cNvPr id="5" name="Date Placeholder 4"/>
          <p:cNvSpPr>
            <a:spLocks noGrp="1"/>
          </p:cNvSpPr>
          <p:nvPr>
            <p:ph type="dt" sz="half" idx="10"/>
          </p:nvPr>
        </p:nvSpPr>
        <p:spPr/>
        <p:txBody>
          <a:bodyPr/>
          <a:lstStyle/>
          <a:p>
            <a:fld id="{402B9795-92DC-40DC-A1CA-9A4B349D7824}" type="datetimeFigureOut">
              <a:rPr lang="en-US"/>
              <a:t>23/07/2022</a:t>
            </a:fld>
            <a:endParaRPr dirty="0"/>
          </a:p>
        </p:txBody>
      </p:sp>
      <p:sp>
        <p:nvSpPr>
          <p:cNvPr id="6" name="Footer Placeholder 5"/>
          <p:cNvSpPr>
            <a:spLocks noGrp="1"/>
          </p:cNvSpPr>
          <p:nvPr>
            <p:ph type="ftr" sz="quarter" idx="11"/>
          </p:nvPr>
        </p:nvSpPr>
        <p:spPr/>
        <p:txBody>
          <a:bodyPr/>
          <a:lstStyle/>
          <a:p>
            <a:endParaRPr dirty="0"/>
          </a:p>
        </p:txBody>
      </p:sp>
      <p:sp>
        <p:nvSpPr>
          <p:cNvPr id="7" name="Slide Number Placeholder 6"/>
          <p:cNvSpPr>
            <a:spLocks noGrp="1"/>
          </p:cNvSpPr>
          <p:nvPr>
            <p:ph type="sldNum" sz="quarter" idx="12"/>
          </p:nvPr>
        </p:nvSpPr>
        <p:spPr/>
        <p:txBody>
          <a:bodyPr/>
          <a:lstStyle/>
          <a:p>
            <a:fld id="{0FF54DE5-C571-48E8-A5BC-B369434E2F44}" type="slidenum">
              <a:rPr/>
              <a:t>‹#›</a:t>
            </a:fld>
            <a:endParaRPr dirty="0"/>
          </a:p>
        </p:txBody>
      </p:sp>
    </p:spTree>
    <p:extLst>
      <p:ext uri="{BB962C8B-B14F-4D97-AF65-F5344CB8AC3E}">
        <p14:creationId xmlns:p14="http://schemas.microsoft.com/office/powerpoint/2010/main" val="7696370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402B9795-92DC-40DC-A1CA-9A4B349D7824}" type="datetimeFigureOut">
              <a:rPr lang="en-US"/>
              <a:t>23/07/2022</a:t>
            </a:fld>
            <a:endParaRPr dirty="0"/>
          </a:p>
        </p:txBody>
      </p:sp>
      <p:sp>
        <p:nvSpPr>
          <p:cNvPr id="5" name="Footer Placeholder 4"/>
          <p:cNvSpPr>
            <a:spLocks noGrp="1"/>
          </p:cNvSpPr>
          <p:nvPr>
            <p:ph type="ftr" sz="quarter" idx="11"/>
          </p:nvPr>
        </p:nvSpPr>
        <p:spPr/>
        <p:txBody>
          <a:bodyPr/>
          <a:lstStyle/>
          <a:p>
            <a:endParaRPr dirty="0"/>
          </a:p>
        </p:txBody>
      </p:sp>
      <p:sp>
        <p:nvSpPr>
          <p:cNvPr id="6" name="Slide Number Placeholder 5"/>
          <p:cNvSpPr>
            <a:spLocks noGrp="1"/>
          </p:cNvSpPr>
          <p:nvPr>
            <p:ph type="sldNum" sz="quarter" idx="12"/>
          </p:nvPr>
        </p:nvSpPr>
        <p:spPr/>
        <p:txBody>
          <a:bodyPr/>
          <a:lstStyle/>
          <a:p>
            <a:fld id="{0FF54DE5-C571-48E8-A5BC-B369434E2F44}" type="slidenum">
              <a:rPr/>
              <a:t>‹#›</a:t>
            </a:fld>
            <a:endParaRPr dirty="0"/>
          </a:p>
        </p:txBody>
      </p:sp>
    </p:spTree>
    <p:extLst>
      <p:ext uri="{BB962C8B-B14F-4D97-AF65-F5344CB8AC3E}">
        <p14:creationId xmlns:p14="http://schemas.microsoft.com/office/powerpoint/2010/main" val="20120767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372600" y="365125"/>
            <a:ext cx="1714500" cy="5811838"/>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1104900" y="365125"/>
            <a:ext cx="8098896"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402B9795-92DC-40DC-A1CA-9A4B349D7824}" type="datetimeFigureOut">
              <a:rPr lang="en-US"/>
              <a:t>23/07/2022</a:t>
            </a:fld>
            <a:endParaRPr dirty="0"/>
          </a:p>
        </p:txBody>
      </p:sp>
      <p:sp>
        <p:nvSpPr>
          <p:cNvPr id="5" name="Footer Placeholder 4"/>
          <p:cNvSpPr>
            <a:spLocks noGrp="1"/>
          </p:cNvSpPr>
          <p:nvPr>
            <p:ph type="ftr" sz="quarter" idx="11"/>
          </p:nvPr>
        </p:nvSpPr>
        <p:spPr/>
        <p:txBody>
          <a:bodyPr/>
          <a:lstStyle/>
          <a:p>
            <a:endParaRPr dirty="0"/>
          </a:p>
        </p:txBody>
      </p:sp>
      <p:sp>
        <p:nvSpPr>
          <p:cNvPr id="6" name="Slide Number Placeholder 5"/>
          <p:cNvSpPr>
            <a:spLocks noGrp="1"/>
          </p:cNvSpPr>
          <p:nvPr>
            <p:ph type="sldNum" sz="quarter" idx="12"/>
          </p:nvPr>
        </p:nvSpPr>
        <p:spPr/>
        <p:txBody>
          <a:bodyPr/>
          <a:lstStyle/>
          <a:p>
            <a:fld id="{0FF54DE5-C571-48E8-A5BC-B369434E2F44}" type="slidenum">
              <a:rPr/>
              <a:t>‹#›</a:t>
            </a:fld>
            <a:endParaRPr dirty="0"/>
          </a:p>
        </p:txBody>
      </p:sp>
      <p:grpSp>
        <p:nvGrpSpPr>
          <p:cNvPr id="7" name="Group 6"/>
          <p:cNvGrpSpPr/>
          <p:nvPr/>
        </p:nvGrpSpPr>
        <p:grpSpPr>
          <a:xfrm rot="5400000">
            <a:off x="6514047" y="3228843"/>
            <a:ext cx="5632704" cy="84403"/>
            <a:chOff x="1073150" y="1219201"/>
            <a:chExt cx="10058400" cy="63125"/>
          </a:xfrm>
        </p:grpSpPr>
        <p:cxnSp>
          <p:nvCxnSpPr>
            <p:cNvPr id="8" name="Straight Connector 7"/>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45927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04900" y="76200"/>
            <a:ext cx="9980682" cy="1096962"/>
          </a:xfrm>
          <a:prstGeom prst="rect">
            <a:avLst/>
          </a:prstGeom>
        </p:spPr>
        <p:txBody>
          <a:bodyPr vert="horz" lIns="0" tIns="45720" rIns="0" bIns="45720" rtlCol="0" anchor="b">
            <a:normAutofit/>
          </a:bodyPr>
          <a:lstStyle/>
          <a:p>
            <a:r>
              <a:rPr lang="en-US"/>
              <a:t>Click to edit Master title style</a:t>
            </a:r>
            <a:endParaRPr/>
          </a:p>
        </p:txBody>
      </p:sp>
      <p:sp>
        <p:nvSpPr>
          <p:cNvPr id="3" name="Text Placeholder 2"/>
          <p:cNvSpPr>
            <a:spLocks noGrp="1"/>
          </p:cNvSpPr>
          <p:nvPr>
            <p:ph type="body" idx="1"/>
          </p:nvPr>
        </p:nvSpPr>
        <p:spPr>
          <a:xfrm>
            <a:off x="1104900" y="1600200"/>
            <a:ext cx="9982200" cy="457200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2"/>
          </p:nvPr>
        </p:nvSpPr>
        <p:spPr>
          <a:xfrm>
            <a:off x="1104899" y="6356351"/>
            <a:ext cx="1829559" cy="365125"/>
          </a:xfrm>
          <a:prstGeom prst="rect">
            <a:avLst/>
          </a:prstGeom>
        </p:spPr>
        <p:txBody>
          <a:bodyPr vert="horz" lIns="0" tIns="45720" rIns="0" bIns="45720" rtlCol="0" anchor="ctr"/>
          <a:lstStyle>
            <a:lvl1pPr algn="l">
              <a:defRPr sz="1200" baseline="0">
                <a:solidFill>
                  <a:schemeClr val="tx1">
                    <a:lumMod val="75000"/>
                  </a:schemeClr>
                </a:solidFill>
              </a:defRPr>
            </a:lvl1pPr>
          </a:lstStyle>
          <a:p>
            <a:fld id="{402B9795-92DC-40DC-A1CA-9A4B349D7824}" type="datetimeFigureOut">
              <a:rPr lang="en-US" smtClean="0"/>
              <a:pPr/>
              <a:t>23/07/2022</a:t>
            </a:fld>
            <a:endParaRPr lang="en-US" dirty="0"/>
          </a:p>
        </p:txBody>
      </p:sp>
      <p:sp>
        <p:nvSpPr>
          <p:cNvPr id="5" name="Footer Placeholder 4"/>
          <p:cNvSpPr>
            <a:spLocks noGrp="1"/>
          </p:cNvSpPr>
          <p:nvPr>
            <p:ph type="ftr" sz="quarter" idx="3"/>
          </p:nvPr>
        </p:nvSpPr>
        <p:spPr>
          <a:xfrm>
            <a:off x="2934459" y="6356350"/>
            <a:ext cx="6323082" cy="365126"/>
          </a:xfrm>
          <a:prstGeom prst="rect">
            <a:avLst/>
          </a:prstGeom>
        </p:spPr>
        <p:txBody>
          <a:bodyPr vert="horz" lIns="0" tIns="45720" rIns="0" bIns="45720" rtlCol="0" anchor="ctr"/>
          <a:lstStyle>
            <a:lvl1pPr algn="ctr">
              <a:defRPr sz="1200" baseline="0">
                <a:solidFill>
                  <a:schemeClr val="tx1">
                    <a:lumMod val="75000"/>
                  </a:schemeClr>
                </a:solidFill>
              </a:defRPr>
            </a:lvl1pPr>
          </a:lstStyle>
          <a:p>
            <a:endParaRPr lang="en-US" dirty="0"/>
          </a:p>
        </p:txBody>
      </p:sp>
      <p:sp>
        <p:nvSpPr>
          <p:cNvPr id="6" name="Slide Number Placeholder 5"/>
          <p:cNvSpPr>
            <a:spLocks noGrp="1"/>
          </p:cNvSpPr>
          <p:nvPr>
            <p:ph type="sldNum" sz="quarter" idx="4"/>
          </p:nvPr>
        </p:nvSpPr>
        <p:spPr>
          <a:xfrm>
            <a:off x="9256782" y="6356351"/>
            <a:ext cx="1828800" cy="365125"/>
          </a:xfrm>
          <a:prstGeom prst="rect">
            <a:avLst/>
          </a:prstGeom>
        </p:spPr>
        <p:txBody>
          <a:bodyPr vert="horz" lIns="0" tIns="45720" rIns="0" bIns="45720" rtlCol="0" anchor="ctr"/>
          <a:lstStyle>
            <a:lvl1pPr algn="r">
              <a:defRPr sz="1200" baseline="0">
                <a:solidFill>
                  <a:schemeClr val="tx1">
                    <a:lumMod val="75000"/>
                  </a:schemeClr>
                </a:solidFill>
              </a:defRPr>
            </a:lvl1pPr>
          </a:lstStyle>
          <a:p>
            <a:fld id="{0FF54DE5-C571-48E8-A5BC-B369434E2F44}" type="slidenum">
              <a:rPr lang="en-US" smtClean="0"/>
              <a:pPr/>
              <a:t>‹#›</a:t>
            </a:fld>
            <a:endParaRPr lang="en-US" dirty="0"/>
          </a:p>
        </p:txBody>
      </p:sp>
      <p:grpSp>
        <p:nvGrpSpPr>
          <p:cNvPr id="15" name="Group 14"/>
          <p:cNvGrpSpPr/>
          <p:nvPr/>
        </p:nvGrpSpPr>
        <p:grpSpPr>
          <a:xfrm>
            <a:off x="1103376" y="1219201"/>
            <a:ext cx="9985248" cy="84403"/>
            <a:chOff x="1073150" y="1219201"/>
            <a:chExt cx="10058400" cy="63125"/>
          </a:xfrm>
        </p:grpSpPr>
        <p:cxnSp>
          <p:nvCxnSpPr>
            <p:cNvPr id="13" name="Straight Connector 12"/>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462510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28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696">
          <p15:clr>
            <a:srgbClr val="F26B43"/>
          </p15:clr>
        </p15:guide>
        <p15:guide id="2" pos="6984">
          <p15:clr>
            <a:srgbClr val="F26B43"/>
          </p15:clr>
        </p15:guide>
        <p15:guide id="3" orient="horz" pos="1008">
          <p15:clr>
            <a:srgbClr val="F26B43"/>
          </p15:clr>
        </p15:guide>
        <p15:guide id="4" orient="horz" pos="388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1104900" y="2292094"/>
            <a:ext cx="5734050" cy="2219691"/>
          </a:xfrm>
        </p:spPr>
        <p:txBody>
          <a:bodyPr anchor="ctr"/>
          <a:lstStyle/>
          <a:p>
            <a:r>
              <a:rPr lang="en-US" dirty="0"/>
              <a:t> Protecting personal data</a:t>
            </a:r>
          </a:p>
        </p:txBody>
      </p:sp>
      <p:sp>
        <p:nvSpPr>
          <p:cNvPr id="7" name="Subtitle 6"/>
          <p:cNvSpPr>
            <a:spLocks noGrp="1"/>
          </p:cNvSpPr>
          <p:nvPr>
            <p:ph type="subTitle" idx="1"/>
          </p:nvPr>
        </p:nvSpPr>
        <p:spPr/>
        <p:txBody>
          <a:bodyPr>
            <a:normAutofit/>
          </a:bodyPr>
          <a:lstStyle/>
          <a:p>
            <a:r>
              <a:rPr lang="en-US" dirty="0"/>
              <a:t>Wycliffe Bahati</a:t>
            </a:r>
          </a:p>
          <a:p>
            <a:r>
              <a:rPr lang="en-US" dirty="0"/>
              <a:t>Matriculation: 92014201</a:t>
            </a:r>
          </a:p>
          <a:p>
            <a:r>
              <a:rPr lang="en-US" dirty="0"/>
              <a:t>DLMCSITSDP01– Cyber Security and Data Protection</a:t>
            </a:r>
          </a:p>
          <a:p>
            <a:endParaRPr lang="en-US" dirty="0"/>
          </a:p>
        </p:txBody>
      </p:sp>
      <p:pic>
        <p:nvPicPr>
          <p:cNvPr id="3" name="Picture 2">
            <a:extLst>
              <a:ext uri="{FF2B5EF4-FFF2-40B4-BE49-F238E27FC236}">
                <a16:creationId xmlns:a16="http://schemas.microsoft.com/office/drawing/2014/main" id="{F6E44DB9-AC18-4824-A724-893DF7EAF602}"/>
              </a:ext>
            </a:extLst>
          </p:cNvPr>
          <p:cNvPicPr>
            <a:picLocks noChangeAspect="1"/>
          </p:cNvPicPr>
          <p:nvPr/>
        </p:nvPicPr>
        <p:blipFill>
          <a:blip r:embed="rId3"/>
          <a:stretch>
            <a:fillRect/>
          </a:stretch>
        </p:blipFill>
        <p:spPr>
          <a:xfrm>
            <a:off x="6599647" y="1483963"/>
            <a:ext cx="5406822" cy="3027820"/>
          </a:xfrm>
          <a:prstGeom prst="rect">
            <a:avLst/>
          </a:prstGeom>
        </p:spPr>
      </p:pic>
    </p:spTree>
    <p:extLst>
      <p:ext uri="{BB962C8B-B14F-4D97-AF65-F5344CB8AC3E}">
        <p14:creationId xmlns:p14="http://schemas.microsoft.com/office/powerpoint/2010/main" val="16521339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104900" y="76200"/>
            <a:ext cx="9980682" cy="1096962"/>
          </a:xfrm>
        </p:spPr>
        <p:txBody>
          <a:bodyPr anchor="b">
            <a:normAutofit/>
          </a:bodyPr>
          <a:lstStyle/>
          <a:p>
            <a:r>
              <a:rPr lang="en-US" dirty="0"/>
              <a:t> Protecting personal data</a:t>
            </a:r>
          </a:p>
        </p:txBody>
      </p:sp>
      <p:pic>
        <p:nvPicPr>
          <p:cNvPr id="3" name="Picture 2">
            <a:extLst>
              <a:ext uri="{FF2B5EF4-FFF2-40B4-BE49-F238E27FC236}">
                <a16:creationId xmlns:a16="http://schemas.microsoft.com/office/drawing/2014/main" id="{2404C82C-D74E-455F-B983-6C92103A4389}"/>
              </a:ext>
            </a:extLst>
          </p:cNvPr>
          <p:cNvPicPr>
            <a:picLocks noChangeAspect="1"/>
          </p:cNvPicPr>
          <p:nvPr/>
        </p:nvPicPr>
        <p:blipFill rotWithShape="1">
          <a:blip r:embed="rId2"/>
          <a:srcRect l="18042" r="23103" b="1"/>
          <a:stretch/>
        </p:blipFill>
        <p:spPr>
          <a:xfrm>
            <a:off x="1104900" y="1600200"/>
            <a:ext cx="4914900" cy="4571999"/>
          </a:xfrm>
          <a:prstGeom prst="rect">
            <a:avLst/>
          </a:prstGeom>
          <a:noFill/>
        </p:spPr>
      </p:pic>
      <p:sp>
        <p:nvSpPr>
          <p:cNvPr id="14" name="Content Placeholder 13"/>
          <p:cNvSpPr>
            <a:spLocks noGrp="1"/>
          </p:cNvSpPr>
          <p:nvPr>
            <p:ph sz="half" idx="2"/>
          </p:nvPr>
        </p:nvSpPr>
        <p:spPr>
          <a:xfrm>
            <a:off x="6172200" y="1600200"/>
            <a:ext cx="4914900" cy="4571999"/>
          </a:xfrm>
        </p:spPr>
        <p:txBody>
          <a:bodyPr>
            <a:normAutofit/>
          </a:bodyPr>
          <a:lstStyle/>
          <a:p>
            <a:r>
              <a:rPr lang="en-US" sz="1900" dirty="0"/>
              <a:t>Introduction</a:t>
            </a:r>
          </a:p>
          <a:p>
            <a:r>
              <a:rPr lang="en-US" sz="1900" dirty="0"/>
              <a:t>Different technical approaches to data protection</a:t>
            </a:r>
          </a:p>
          <a:p>
            <a:pPr lvl="1"/>
            <a:r>
              <a:rPr lang="en-US" sz="1900" dirty="0"/>
              <a:t>Anonymization</a:t>
            </a:r>
          </a:p>
          <a:p>
            <a:pPr lvl="1"/>
            <a:r>
              <a:rPr lang="en-US" sz="1900" dirty="0"/>
              <a:t>Pseudonymization</a:t>
            </a:r>
          </a:p>
          <a:p>
            <a:pPr lvl="1"/>
            <a:r>
              <a:rPr lang="en-US" sz="1900" dirty="0"/>
              <a:t>Encryption</a:t>
            </a:r>
          </a:p>
          <a:p>
            <a:pPr lvl="1"/>
            <a:endParaRPr lang="en-US" sz="1900" dirty="0"/>
          </a:p>
          <a:p>
            <a:r>
              <a:rPr lang="en-US" sz="1900" dirty="0"/>
              <a:t>Comparison of the different techniques in data protection</a:t>
            </a:r>
          </a:p>
          <a:p>
            <a:pPr lvl="1"/>
            <a:r>
              <a:rPr lang="en-US" sz="1900" dirty="0"/>
              <a:t>Advantages and Disadvantages</a:t>
            </a:r>
          </a:p>
          <a:p>
            <a:r>
              <a:rPr lang="en-US" sz="1900" dirty="0"/>
              <a:t>Summary</a:t>
            </a:r>
          </a:p>
          <a:p>
            <a:r>
              <a:rPr lang="en-US" sz="1900" dirty="0"/>
              <a:t>Bibliography</a:t>
            </a:r>
          </a:p>
          <a:p>
            <a:pPr marL="457200" lvl="1" indent="0">
              <a:buNone/>
            </a:pPr>
            <a:endParaRPr lang="en-US" sz="1900" dirty="0"/>
          </a:p>
          <a:p>
            <a:pPr marL="457200" lvl="1" indent="0">
              <a:buNone/>
            </a:pPr>
            <a:endParaRPr lang="en-US" sz="1900" dirty="0"/>
          </a:p>
        </p:txBody>
      </p:sp>
    </p:spTree>
    <p:extLst>
      <p:ext uri="{BB962C8B-B14F-4D97-AF65-F5344CB8AC3E}">
        <p14:creationId xmlns:p14="http://schemas.microsoft.com/office/powerpoint/2010/main" val="16542553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id="{478CEAD2-459D-4ED6-B490-3D61E44CF8FA}"/>
              </a:ext>
            </a:extLst>
          </p:cNvPr>
          <p:cNvSpPr>
            <a:spLocks noGrp="1"/>
          </p:cNvSpPr>
          <p:nvPr>
            <p:ph idx="1"/>
          </p:nvPr>
        </p:nvSpPr>
        <p:spPr/>
        <p:txBody>
          <a:bodyPr/>
          <a:lstStyle/>
          <a:p>
            <a:pPr marL="0" indent="0">
              <a:buNone/>
            </a:pPr>
            <a:r>
              <a:rPr lang="en-US" dirty="0"/>
              <a:t>It has become more important that ever to be able to ensure data privacy. It has become common for data have been lost to hackers. This has necessitated International standards such as GPDR that  have laid out some of the requirements that data controllers and processors need to follow to ensure that after data  is collected from PII is protected from unauthorized access. One way we ensure data privacy is by making sure that the data is not easily accessible or interpreted by unauthorized access. We will discuss different technical approaches that can be used in order to protect personal data. This will include Encryption, Anonymization and Pseudonymization.</a:t>
            </a:r>
            <a:br>
              <a:rPr lang="en-US" dirty="0"/>
            </a:br>
            <a:endParaRPr lang="en-US" dirty="0"/>
          </a:p>
          <a:p>
            <a:endParaRPr lang="en-US" dirty="0"/>
          </a:p>
        </p:txBody>
      </p:sp>
    </p:spTree>
    <p:extLst>
      <p:ext uri="{BB962C8B-B14F-4D97-AF65-F5344CB8AC3E}">
        <p14:creationId xmlns:p14="http://schemas.microsoft.com/office/powerpoint/2010/main" val="40102786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Different technical approaches to data protection </a:t>
            </a:r>
          </a:p>
        </p:txBody>
      </p:sp>
      <p:sp>
        <p:nvSpPr>
          <p:cNvPr id="3" name="Content Placeholder 2"/>
          <p:cNvSpPr>
            <a:spLocks noGrp="1"/>
          </p:cNvSpPr>
          <p:nvPr>
            <p:ph sz="half" idx="1"/>
          </p:nvPr>
        </p:nvSpPr>
        <p:spPr>
          <a:xfrm>
            <a:off x="1104899" y="1600200"/>
            <a:ext cx="5786231" cy="5181600"/>
          </a:xfrm>
        </p:spPr>
        <p:txBody>
          <a:bodyPr>
            <a:normAutofit fontScale="85000" lnSpcReduction="10000"/>
          </a:bodyPr>
          <a:lstStyle/>
          <a:p>
            <a:r>
              <a:rPr lang="en-US" dirty="0"/>
              <a:t>Anonymization</a:t>
            </a:r>
          </a:p>
          <a:p>
            <a:pPr marL="0" indent="0">
              <a:buNone/>
            </a:pPr>
            <a:r>
              <a:rPr lang="en-US" dirty="0"/>
              <a:t>This is the process of removing attributes from can easily identify PII. This can be either direct or indirect attributes that can lead to identifying the subject. Examples of direct identifies are Name, Phone number, Social security number. Indirect identifies include job held, postal code Once this identifies have been removed the data can be used and does not fall in the scope of some standards such as GPDR. After anonymization it might not be possible to reverse this to the original data. This is can either be done by </a:t>
            </a:r>
          </a:p>
          <a:p>
            <a:pPr marL="914400" lvl="1" indent="-457200">
              <a:buAutoNum type="arabicPeriod"/>
            </a:pPr>
            <a:r>
              <a:rPr lang="en-US" sz="1800" dirty="0"/>
              <a:t>Suppression – This is where attributes are removed completely</a:t>
            </a:r>
          </a:p>
          <a:p>
            <a:pPr marL="914400" lvl="1" indent="-457200">
              <a:buAutoNum type="arabicPeriod"/>
            </a:pPr>
            <a:r>
              <a:rPr lang="en-US" sz="1800" dirty="0"/>
              <a:t>Generalization – This can be achieved by replacing data that is very specific to a group or range that categorizes the data set</a:t>
            </a:r>
          </a:p>
          <a:p>
            <a:pPr marL="0" indent="0">
              <a:buNone/>
            </a:pPr>
            <a:r>
              <a:rPr lang="en-US" dirty="0"/>
              <a:t>Example</a:t>
            </a:r>
          </a:p>
          <a:p>
            <a:pPr marL="0" indent="0">
              <a:buNone/>
            </a:pPr>
            <a:r>
              <a:rPr lang="en-US" dirty="0"/>
              <a:t>Below is an example of a database of results of high school students. A processor is tasked to assess the performance of the schools and needs the grades for each school</a:t>
            </a:r>
          </a:p>
          <a:p>
            <a:pPr marL="0" indent="0">
              <a:buNone/>
            </a:pPr>
            <a:endParaRPr lang="en-US" dirty="0"/>
          </a:p>
          <a:p>
            <a:pPr lvl="1"/>
            <a:endParaRPr lang="en-US" dirty="0"/>
          </a:p>
          <a:p>
            <a:endParaRPr lang="en-US" dirty="0"/>
          </a:p>
        </p:txBody>
      </p:sp>
      <p:pic>
        <p:nvPicPr>
          <p:cNvPr id="5" name="Picture 4">
            <a:extLst>
              <a:ext uri="{FF2B5EF4-FFF2-40B4-BE49-F238E27FC236}">
                <a16:creationId xmlns:a16="http://schemas.microsoft.com/office/drawing/2014/main" id="{6DA2AEFF-FC3C-4D17-8C86-98BC120C2C53}"/>
              </a:ext>
            </a:extLst>
          </p:cNvPr>
          <p:cNvPicPr>
            <a:picLocks noChangeAspect="1"/>
          </p:cNvPicPr>
          <p:nvPr/>
        </p:nvPicPr>
        <p:blipFill>
          <a:blip r:embed="rId2"/>
          <a:stretch>
            <a:fillRect/>
          </a:stretch>
        </p:blipFill>
        <p:spPr>
          <a:xfrm>
            <a:off x="7129670" y="2263930"/>
            <a:ext cx="4876800" cy="4344469"/>
          </a:xfrm>
          <a:prstGeom prst="rect">
            <a:avLst/>
          </a:prstGeom>
        </p:spPr>
      </p:pic>
      <p:sp>
        <p:nvSpPr>
          <p:cNvPr id="6" name="TextBox 5">
            <a:extLst>
              <a:ext uri="{FF2B5EF4-FFF2-40B4-BE49-F238E27FC236}">
                <a16:creationId xmlns:a16="http://schemas.microsoft.com/office/drawing/2014/main" id="{434AAB1B-6901-443C-B30A-4E92D8C04416}"/>
              </a:ext>
            </a:extLst>
          </p:cNvPr>
          <p:cNvSpPr txBox="1"/>
          <p:nvPr/>
        </p:nvSpPr>
        <p:spPr>
          <a:xfrm>
            <a:off x="8693425" y="1894598"/>
            <a:ext cx="1217329" cy="369332"/>
          </a:xfrm>
          <a:prstGeom prst="rect">
            <a:avLst/>
          </a:prstGeom>
          <a:noFill/>
        </p:spPr>
        <p:txBody>
          <a:bodyPr wrap="square" rtlCol="0">
            <a:spAutoFit/>
          </a:bodyPr>
          <a:lstStyle/>
          <a:p>
            <a:r>
              <a:rPr lang="en-US" dirty="0"/>
              <a:t>Example</a:t>
            </a:r>
          </a:p>
        </p:txBody>
      </p:sp>
    </p:spTree>
    <p:extLst>
      <p:ext uri="{BB962C8B-B14F-4D97-AF65-F5344CB8AC3E}">
        <p14:creationId xmlns:p14="http://schemas.microsoft.com/office/powerpoint/2010/main" val="7683522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Different technical approaches to data protection</a:t>
            </a:r>
          </a:p>
        </p:txBody>
      </p:sp>
      <p:sp>
        <p:nvSpPr>
          <p:cNvPr id="3" name="Content Placeholder 2"/>
          <p:cNvSpPr>
            <a:spLocks noGrp="1"/>
          </p:cNvSpPr>
          <p:nvPr>
            <p:ph sz="half" idx="1"/>
          </p:nvPr>
        </p:nvSpPr>
        <p:spPr>
          <a:xfrm>
            <a:off x="1104899" y="1600200"/>
            <a:ext cx="10093187" cy="4571999"/>
          </a:xfrm>
        </p:spPr>
        <p:txBody>
          <a:bodyPr/>
          <a:lstStyle/>
          <a:p>
            <a:r>
              <a:rPr lang="en-US" dirty="0"/>
              <a:t>Pseudonymization</a:t>
            </a:r>
          </a:p>
          <a:p>
            <a:pPr marL="0" indent="0">
              <a:buNone/>
            </a:pPr>
            <a:r>
              <a:rPr lang="en-US" dirty="0"/>
              <a:t>	Article 4(5) of GPDR define Pseudonymization as “‘pseudonymization’ means the processing of personal data in such a manner that the personal data can no longer be attributed to a specific data subject without the use of additional information, provided that such additional information is kept separately and is subject to technical and organizational measures to ensure that the personal data are not attributed to an identified or identifiable natural person;</a:t>
            </a:r>
          </a:p>
          <a:p>
            <a:pPr marL="0" indent="0">
              <a:buNone/>
            </a:pPr>
            <a:r>
              <a:rPr lang="en-US" dirty="0"/>
              <a:t>Basically, Pseudonymization is the process where attributes are changed such that the information cannot be attributed to PII. This can only happen with the use of additional information is not include in the data. This information is kept away from the data and is kept secret</a:t>
            </a:r>
          </a:p>
          <a:p>
            <a:pPr marL="0" indent="0">
              <a:buNone/>
            </a:pPr>
            <a:endParaRPr lang="en-US" dirty="0"/>
          </a:p>
          <a:p>
            <a:pPr marL="0" indent="0">
              <a:buNone/>
            </a:pPr>
            <a:endParaRPr lang="en-US" dirty="0"/>
          </a:p>
          <a:p>
            <a:pPr marL="0" indent="0">
              <a:buNone/>
            </a:pPr>
            <a:endParaRPr lang="en-US" dirty="0"/>
          </a:p>
          <a:p>
            <a:pPr lvl="1"/>
            <a:endParaRPr lang="en-US" dirty="0"/>
          </a:p>
          <a:p>
            <a:endParaRPr lang="en-US" dirty="0"/>
          </a:p>
        </p:txBody>
      </p:sp>
    </p:spTree>
    <p:extLst>
      <p:ext uri="{BB962C8B-B14F-4D97-AF65-F5344CB8AC3E}">
        <p14:creationId xmlns:p14="http://schemas.microsoft.com/office/powerpoint/2010/main" val="28537884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Pseudonymization (</a:t>
            </a:r>
            <a:r>
              <a:rPr lang="en-US" dirty="0" err="1"/>
              <a:t>Cont</a:t>
            </a:r>
            <a:r>
              <a:rPr lang="en-US" dirty="0"/>
              <a:t>)</a:t>
            </a:r>
          </a:p>
        </p:txBody>
      </p:sp>
      <p:sp>
        <p:nvSpPr>
          <p:cNvPr id="3" name="Content Placeholder 2"/>
          <p:cNvSpPr>
            <a:spLocks noGrp="1"/>
          </p:cNvSpPr>
          <p:nvPr>
            <p:ph sz="half" idx="1"/>
          </p:nvPr>
        </p:nvSpPr>
        <p:spPr>
          <a:xfrm>
            <a:off x="1104899" y="1600200"/>
            <a:ext cx="4991101" cy="5181600"/>
          </a:xfrm>
        </p:spPr>
        <p:txBody>
          <a:bodyPr>
            <a:normAutofit lnSpcReduction="10000"/>
          </a:bodyPr>
          <a:lstStyle/>
          <a:p>
            <a:pPr marL="0" indent="0">
              <a:buNone/>
            </a:pPr>
            <a:r>
              <a:rPr lang="en-US" dirty="0"/>
              <a:t>This can be achieved by </a:t>
            </a:r>
          </a:p>
          <a:p>
            <a:pPr marL="0" indent="0">
              <a:buNone/>
            </a:pPr>
            <a:r>
              <a:rPr lang="en-US" dirty="0"/>
              <a:t>Tokenization – This is where we substitute elements with tokens. The token itself has no meaning but can map back to the original element. This can either be</a:t>
            </a:r>
          </a:p>
          <a:p>
            <a:pPr marL="457200" indent="-457200">
              <a:buAutoNum type="arabicParenR"/>
            </a:pPr>
            <a:r>
              <a:rPr lang="en-US" dirty="0"/>
              <a:t>On demand random Assignment based Tokenization – This is where for every element you create a mapping is created in a database. To reverse the token, you need to do lookup in the database</a:t>
            </a:r>
          </a:p>
          <a:p>
            <a:pPr marL="457200" indent="-457200">
              <a:buAutoNum type="arabicParenR"/>
            </a:pPr>
            <a:r>
              <a:rPr lang="en-US" dirty="0"/>
              <a:t>Stateless open scheme tokenization which can be</a:t>
            </a:r>
          </a:p>
          <a:p>
            <a:pPr marL="914400" lvl="1" indent="-457200">
              <a:buAutoNum type="alphaLcParenR"/>
            </a:pPr>
            <a:r>
              <a:rPr lang="en-US" dirty="0"/>
              <a:t>Static table-based tokenization scheme which is algorithm based</a:t>
            </a:r>
          </a:p>
          <a:p>
            <a:pPr marL="914400" lvl="1" indent="-457200">
              <a:buAutoNum type="alphaLcParenR"/>
            </a:pPr>
            <a:r>
              <a:rPr lang="en-US" dirty="0"/>
              <a:t>Encryption based – Using a key for example AES	</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lvl="1"/>
            <a:endParaRPr lang="en-US" dirty="0"/>
          </a:p>
          <a:p>
            <a:endParaRPr lang="en-US" dirty="0"/>
          </a:p>
        </p:txBody>
      </p:sp>
      <p:pic>
        <p:nvPicPr>
          <p:cNvPr id="6" name="Picture 5">
            <a:extLst>
              <a:ext uri="{FF2B5EF4-FFF2-40B4-BE49-F238E27FC236}">
                <a16:creationId xmlns:a16="http://schemas.microsoft.com/office/drawing/2014/main" id="{9FE72107-68DE-42F6-A720-614BC8C07C19}"/>
              </a:ext>
            </a:extLst>
          </p:cNvPr>
          <p:cNvPicPr>
            <a:picLocks noChangeAspect="1"/>
          </p:cNvPicPr>
          <p:nvPr/>
        </p:nvPicPr>
        <p:blipFill>
          <a:blip r:embed="rId2"/>
          <a:stretch>
            <a:fillRect/>
          </a:stretch>
        </p:blipFill>
        <p:spPr>
          <a:xfrm>
            <a:off x="6639338" y="1864147"/>
            <a:ext cx="5384723" cy="4653705"/>
          </a:xfrm>
          <a:prstGeom prst="rect">
            <a:avLst/>
          </a:prstGeom>
        </p:spPr>
      </p:pic>
      <p:sp>
        <p:nvSpPr>
          <p:cNvPr id="7" name="TextBox 6">
            <a:extLst>
              <a:ext uri="{FF2B5EF4-FFF2-40B4-BE49-F238E27FC236}">
                <a16:creationId xmlns:a16="http://schemas.microsoft.com/office/drawing/2014/main" id="{F9A23AD4-1CDB-4E8A-9C8A-38F1150195F4}"/>
              </a:ext>
            </a:extLst>
          </p:cNvPr>
          <p:cNvSpPr txBox="1"/>
          <p:nvPr/>
        </p:nvSpPr>
        <p:spPr>
          <a:xfrm>
            <a:off x="6944139" y="1457739"/>
            <a:ext cx="3573870" cy="369332"/>
          </a:xfrm>
          <a:prstGeom prst="rect">
            <a:avLst/>
          </a:prstGeom>
          <a:noFill/>
        </p:spPr>
        <p:txBody>
          <a:bodyPr wrap="square" rtlCol="0">
            <a:spAutoFit/>
          </a:bodyPr>
          <a:lstStyle/>
          <a:p>
            <a:r>
              <a:rPr lang="en-US" dirty="0"/>
              <a:t>Pseudonymization Example</a:t>
            </a:r>
          </a:p>
        </p:txBody>
      </p:sp>
    </p:spTree>
    <p:extLst>
      <p:ext uri="{BB962C8B-B14F-4D97-AF65-F5344CB8AC3E}">
        <p14:creationId xmlns:p14="http://schemas.microsoft.com/office/powerpoint/2010/main" val="11614041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Encryption</a:t>
            </a:r>
          </a:p>
        </p:txBody>
      </p:sp>
      <p:sp>
        <p:nvSpPr>
          <p:cNvPr id="3" name="Content Placeholder 2"/>
          <p:cNvSpPr>
            <a:spLocks noGrp="1"/>
          </p:cNvSpPr>
          <p:nvPr>
            <p:ph sz="half" idx="1"/>
          </p:nvPr>
        </p:nvSpPr>
        <p:spPr>
          <a:xfrm>
            <a:off x="1104900" y="1600200"/>
            <a:ext cx="5971762" cy="4774096"/>
          </a:xfrm>
        </p:spPr>
        <p:txBody>
          <a:bodyPr>
            <a:normAutofit lnSpcReduction="10000"/>
          </a:bodyPr>
          <a:lstStyle/>
          <a:p>
            <a:pPr marL="0" indent="0">
              <a:buNone/>
            </a:pPr>
            <a:r>
              <a:rPr lang="en-US" dirty="0"/>
              <a:t>	This is the process to encode data (normally using a mathematical function) such that only users who are authorized can access it by having the decryption key. This can assist the PII controllers and processor to comply with regulations on data privacy by ensuring that the data is safe from cyber breach. Encryption is also key in ensuring data in motion or at rest is not easily accessible.</a:t>
            </a:r>
          </a:p>
          <a:p>
            <a:pPr marL="0" indent="0">
              <a:buNone/>
            </a:pPr>
            <a:r>
              <a:rPr lang="en-US" dirty="0"/>
              <a:t>Common encryption algorithms include AES, DES, 3DES.</a:t>
            </a:r>
          </a:p>
          <a:p>
            <a:pPr marL="0" indent="0">
              <a:buNone/>
            </a:pPr>
            <a:r>
              <a:rPr lang="en-US" dirty="0"/>
              <a:t>Example</a:t>
            </a:r>
          </a:p>
          <a:p>
            <a:pPr marL="0" indent="0">
              <a:buNone/>
            </a:pPr>
            <a:r>
              <a:rPr lang="en-US" dirty="0"/>
              <a:t>Database storage for collected CCTV cameras can be stored in a database with and encryption Key. For one to access they would need the decryption key to access the data</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lvl="1"/>
            <a:endParaRPr lang="en-US" dirty="0"/>
          </a:p>
          <a:p>
            <a:endParaRPr lang="en-US" dirty="0"/>
          </a:p>
        </p:txBody>
      </p:sp>
      <p:pic>
        <p:nvPicPr>
          <p:cNvPr id="4" name="Picture 3">
            <a:extLst>
              <a:ext uri="{FF2B5EF4-FFF2-40B4-BE49-F238E27FC236}">
                <a16:creationId xmlns:a16="http://schemas.microsoft.com/office/drawing/2014/main" id="{E7FE7BCC-E58D-4AD5-A1C2-0CC92C2DEC41}"/>
              </a:ext>
            </a:extLst>
          </p:cNvPr>
          <p:cNvPicPr>
            <a:picLocks noChangeAspect="1"/>
          </p:cNvPicPr>
          <p:nvPr/>
        </p:nvPicPr>
        <p:blipFill>
          <a:blip r:embed="rId2"/>
          <a:stretch>
            <a:fillRect/>
          </a:stretch>
        </p:blipFill>
        <p:spPr>
          <a:xfrm>
            <a:off x="7076662" y="1600200"/>
            <a:ext cx="4510748" cy="3171429"/>
          </a:xfrm>
          <a:prstGeom prst="rect">
            <a:avLst/>
          </a:prstGeom>
        </p:spPr>
      </p:pic>
    </p:spTree>
    <p:extLst>
      <p:ext uri="{BB962C8B-B14F-4D97-AF65-F5344CB8AC3E}">
        <p14:creationId xmlns:p14="http://schemas.microsoft.com/office/powerpoint/2010/main" val="36007404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04900" y="76200"/>
            <a:ext cx="9980682" cy="652670"/>
          </a:xfrm>
        </p:spPr>
        <p:txBody>
          <a:bodyPr/>
          <a:lstStyle/>
          <a:p>
            <a:r>
              <a:rPr lang="en-US" dirty="0"/>
              <a:t>Comparison of the different techniques in data protection</a:t>
            </a:r>
          </a:p>
        </p:txBody>
      </p:sp>
      <p:graphicFrame>
        <p:nvGraphicFramePr>
          <p:cNvPr id="5" name="Table 5">
            <a:extLst>
              <a:ext uri="{FF2B5EF4-FFF2-40B4-BE49-F238E27FC236}">
                <a16:creationId xmlns:a16="http://schemas.microsoft.com/office/drawing/2014/main" id="{CB7F504D-C84F-4460-B388-703E0F1CFCFE}"/>
              </a:ext>
            </a:extLst>
          </p:cNvPr>
          <p:cNvGraphicFramePr>
            <a:graphicFrameLocks noGrp="1"/>
          </p:cNvGraphicFramePr>
          <p:nvPr>
            <p:extLst>
              <p:ext uri="{D42A27DB-BD31-4B8C-83A1-F6EECF244321}">
                <p14:modId xmlns:p14="http://schemas.microsoft.com/office/powerpoint/2010/main" val="724813990"/>
              </p:ext>
            </p:extLst>
          </p:nvPr>
        </p:nvGraphicFramePr>
        <p:xfrm>
          <a:off x="685249" y="1121474"/>
          <a:ext cx="10592351" cy="5338961"/>
        </p:xfrm>
        <a:graphic>
          <a:graphicData uri="http://schemas.openxmlformats.org/drawingml/2006/table">
            <a:tbl>
              <a:tblPr firstRow="1" bandRow="1">
                <a:tableStyleId>{5C22544A-7EE6-4342-B048-85BDC9FD1C3A}</a:tableStyleId>
              </a:tblPr>
              <a:tblGrid>
                <a:gridCol w="3023321">
                  <a:extLst>
                    <a:ext uri="{9D8B030D-6E8A-4147-A177-3AD203B41FA5}">
                      <a16:colId xmlns:a16="http://schemas.microsoft.com/office/drawing/2014/main" val="2567896766"/>
                    </a:ext>
                  </a:extLst>
                </a:gridCol>
                <a:gridCol w="4299320">
                  <a:extLst>
                    <a:ext uri="{9D8B030D-6E8A-4147-A177-3AD203B41FA5}">
                      <a16:colId xmlns:a16="http://schemas.microsoft.com/office/drawing/2014/main" val="3762232547"/>
                    </a:ext>
                  </a:extLst>
                </a:gridCol>
                <a:gridCol w="3269710">
                  <a:extLst>
                    <a:ext uri="{9D8B030D-6E8A-4147-A177-3AD203B41FA5}">
                      <a16:colId xmlns:a16="http://schemas.microsoft.com/office/drawing/2014/main" val="811936086"/>
                    </a:ext>
                  </a:extLst>
                </a:gridCol>
              </a:tblGrid>
              <a:tr h="897099">
                <a:tc>
                  <a:txBody>
                    <a:bodyPr/>
                    <a:lstStyle/>
                    <a:p>
                      <a:pPr algn="l" fontAlgn="b"/>
                      <a:r>
                        <a:rPr lang="en-US" sz="2000" b="0" i="0" u="none" strike="noStrike" dirty="0">
                          <a:solidFill>
                            <a:schemeClr val="bg2"/>
                          </a:solidFill>
                          <a:effectLst/>
                          <a:latin typeface="Euphemia" panose="020B0503040102020104" pitchFamily="34" charset="0"/>
                        </a:rPr>
                        <a:t>Data Protection Technique</a:t>
                      </a:r>
                    </a:p>
                  </a:txBody>
                  <a:tcPr marL="9525" marR="9525" marT="9525" marB="0" anchor="b"/>
                </a:tc>
                <a:tc>
                  <a:txBody>
                    <a:bodyPr/>
                    <a:lstStyle/>
                    <a:p>
                      <a:pPr algn="ctr" fontAlgn="b"/>
                      <a:r>
                        <a:rPr lang="en-US" sz="2000" b="0" i="0" u="none" strike="noStrike" dirty="0">
                          <a:solidFill>
                            <a:schemeClr val="bg2"/>
                          </a:solidFill>
                          <a:effectLst/>
                          <a:latin typeface="Euphemia" panose="020B0503040102020104" pitchFamily="34" charset="0"/>
                        </a:rPr>
                        <a:t>Advantages</a:t>
                      </a:r>
                    </a:p>
                  </a:txBody>
                  <a:tcPr marL="9525" marR="9525" marT="9525" marB="0" anchor="b"/>
                </a:tc>
                <a:tc>
                  <a:txBody>
                    <a:bodyPr/>
                    <a:lstStyle/>
                    <a:p>
                      <a:pPr algn="ctr" fontAlgn="b"/>
                      <a:r>
                        <a:rPr lang="en-US" sz="2000" b="0" i="0" u="none" strike="noStrike" dirty="0">
                          <a:solidFill>
                            <a:schemeClr val="bg2"/>
                          </a:solidFill>
                          <a:effectLst/>
                          <a:latin typeface="Euphemia" panose="020B0503040102020104" pitchFamily="34" charset="0"/>
                        </a:rPr>
                        <a:t>Disadvantages</a:t>
                      </a:r>
                    </a:p>
                  </a:txBody>
                  <a:tcPr marL="9525" marR="9525" marT="9525" marB="0" anchor="b"/>
                </a:tc>
                <a:extLst>
                  <a:ext uri="{0D108BD9-81ED-4DB2-BD59-A6C34878D82A}">
                    <a16:rowId xmlns:a16="http://schemas.microsoft.com/office/drawing/2014/main" val="374083791"/>
                  </a:ext>
                </a:extLst>
              </a:tr>
              <a:tr h="0">
                <a:tc>
                  <a:txBody>
                    <a:bodyPr/>
                    <a:lstStyle/>
                    <a:p>
                      <a:pPr algn="l" fontAlgn="b"/>
                      <a:r>
                        <a:rPr lang="en-US" sz="2000" b="0" i="0" u="none" strike="noStrike" dirty="0">
                          <a:solidFill>
                            <a:srgbClr val="000000"/>
                          </a:solidFill>
                          <a:effectLst/>
                          <a:latin typeface="Euphemia" panose="020B0503040102020104" pitchFamily="34" charset="0"/>
                        </a:rPr>
                        <a:t>Anonymization</a:t>
                      </a:r>
                    </a:p>
                    <a:p>
                      <a:pPr algn="l" fontAlgn="b"/>
                      <a:endParaRPr lang="en-US" sz="2000" b="0" i="0" u="none" strike="noStrike" dirty="0">
                        <a:solidFill>
                          <a:srgbClr val="000000"/>
                        </a:solidFill>
                        <a:effectLst/>
                        <a:latin typeface="Euphemia" panose="020B0503040102020104" pitchFamily="34" charset="0"/>
                      </a:endParaRPr>
                    </a:p>
                    <a:p>
                      <a:pPr algn="l" fontAlgn="b"/>
                      <a:endParaRPr lang="en-US" sz="2000" b="0" i="0" u="none" strike="noStrike" dirty="0">
                        <a:solidFill>
                          <a:srgbClr val="000000"/>
                        </a:solidFill>
                        <a:effectLst/>
                        <a:latin typeface="Euphemia" panose="020B0503040102020104" pitchFamily="34" charset="0"/>
                      </a:endParaRPr>
                    </a:p>
                  </a:txBody>
                  <a:tcPr marL="9525" marR="9525" marT="9525" marB="0"/>
                </a:tc>
                <a:tc>
                  <a:txBody>
                    <a:bodyPr/>
                    <a:lstStyle/>
                    <a:p>
                      <a:pPr marL="342900" indent="-342900" algn="l" fontAlgn="b">
                        <a:buFontTx/>
                        <a:buChar char="-"/>
                      </a:pPr>
                      <a:r>
                        <a:rPr lang="en-US" sz="1400" b="0" i="0" u="none" strike="noStrike" dirty="0">
                          <a:solidFill>
                            <a:srgbClr val="000000"/>
                          </a:solidFill>
                          <a:effectLst/>
                          <a:latin typeface="Euphemia" panose="020B0503040102020104" pitchFamily="34" charset="0"/>
                        </a:rPr>
                        <a:t>Non reversable. Data cannot be mapped back to the PII object hence ensure privacy</a:t>
                      </a:r>
                    </a:p>
                    <a:p>
                      <a:pPr marL="342900" indent="-342900" algn="l" fontAlgn="b">
                        <a:buFontTx/>
                        <a:buChar char="-"/>
                      </a:pPr>
                      <a:r>
                        <a:rPr lang="en-US" sz="1400" b="0" i="0" u="none" strike="noStrike" dirty="0">
                          <a:solidFill>
                            <a:srgbClr val="000000"/>
                          </a:solidFill>
                          <a:effectLst/>
                          <a:latin typeface="Euphemia" panose="020B0503040102020104" pitchFamily="34" charset="0"/>
                        </a:rPr>
                        <a:t>Protects data from possible loss to unauthorized access</a:t>
                      </a:r>
                    </a:p>
                    <a:p>
                      <a:pPr marL="342900" indent="-342900" algn="l" fontAlgn="b">
                        <a:buFontTx/>
                        <a:buChar char="-"/>
                      </a:pPr>
                      <a:r>
                        <a:rPr lang="en-US" sz="1400" b="0" i="0" u="none" strike="noStrike" dirty="0">
                          <a:solidFill>
                            <a:srgbClr val="000000"/>
                          </a:solidFill>
                          <a:effectLst/>
                          <a:latin typeface="Euphemia" panose="020B0503040102020104" pitchFamily="34" charset="0"/>
                        </a:rPr>
                        <a:t>Even with failure of external protection parameter the data is still not useful to attackers</a:t>
                      </a:r>
                    </a:p>
                    <a:p>
                      <a:pPr marL="342900" indent="-342900" algn="l" fontAlgn="b">
                        <a:buFontTx/>
                        <a:buChar char="-"/>
                      </a:pPr>
                      <a:endParaRPr lang="en-US" sz="1400" b="0" i="0" u="none" strike="noStrike" dirty="0">
                        <a:solidFill>
                          <a:srgbClr val="000000"/>
                        </a:solidFill>
                        <a:effectLst/>
                        <a:latin typeface="Euphemia" panose="020B0503040102020104" pitchFamily="34" charset="0"/>
                      </a:endParaRPr>
                    </a:p>
                    <a:p>
                      <a:pPr marL="0" indent="0" algn="l" fontAlgn="b">
                        <a:buFontTx/>
                        <a:buNone/>
                      </a:pPr>
                      <a:endParaRPr lang="en-US" sz="1400" b="0" i="0" u="none" strike="noStrike" dirty="0">
                        <a:solidFill>
                          <a:srgbClr val="000000"/>
                        </a:solidFill>
                        <a:effectLst/>
                        <a:latin typeface="Euphemia" panose="020B0503040102020104" pitchFamily="34" charset="0"/>
                      </a:endParaRPr>
                    </a:p>
                  </a:txBody>
                  <a:tcPr marL="9525" marR="9525" marT="9525" marB="0"/>
                </a:tc>
                <a:tc>
                  <a:txBody>
                    <a:bodyPr/>
                    <a:lstStyle/>
                    <a:p>
                      <a:pPr marL="342900" indent="-342900" algn="l" fontAlgn="b">
                        <a:buFontTx/>
                        <a:buChar char="-"/>
                      </a:pPr>
                      <a:r>
                        <a:rPr lang="en-US" sz="1400" b="0" i="0" u="none" strike="noStrike" dirty="0">
                          <a:solidFill>
                            <a:srgbClr val="000000"/>
                          </a:solidFill>
                          <a:effectLst/>
                          <a:latin typeface="Euphemia" panose="020B0503040102020104" pitchFamily="34" charset="0"/>
                        </a:rPr>
                        <a:t>Renders data useless for some data science applications</a:t>
                      </a:r>
                    </a:p>
                    <a:p>
                      <a:pPr marL="342900" indent="-342900" algn="l" fontAlgn="b">
                        <a:buFontTx/>
                        <a:buChar char="-"/>
                      </a:pPr>
                      <a:r>
                        <a:rPr lang="en-US" sz="1400" b="0" i="0" u="none" strike="noStrike" dirty="0">
                          <a:solidFill>
                            <a:srgbClr val="000000"/>
                          </a:solidFill>
                          <a:effectLst/>
                          <a:latin typeface="Euphemia" panose="020B0503040102020104" pitchFamily="34" charset="0"/>
                        </a:rPr>
                        <a:t>Data cannot be used by organizing for activities such as marketing</a:t>
                      </a:r>
                    </a:p>
                  </a:txBody>
                  <a:tcPr marL="9525" marR="9525" marT="9525" marB="0"/>
                </a:tc>
                <a:extLst>
                  <a:ext uri="{0D108BD9-81ED-4DB2-BD59-A6C34878D82A}">
                    <a16:rowId xmlns:a16="http://schemas.microsoft.com/office/drawing/2014/main" val="1068842146"/>
                  </a:ext>
                </a:extLst>
              </a:tr>
              <a:tr h="1222412">
                <a:tc>
                  <a:txBody>
                    <a:bodyPr/>
                    <a:lstStyle/>
                    <a:p>
                      <a:pPr algn="l" fontAlgn="b"/>
                      <a:r>
                        <a:rPr lang="en-US" sz="2000" b="0" i="0" u="none" strike="noStrike" dirty="0">
                          <a:solidFill>
                            <a:srgbClr val="000000"/>
                          </a:solidFill>
                          <a:effectLst/>
                          <a:latin typeface="Euphemia" panose="020B0503040102020104" pitchFamily="34" charset="0"/>
                        </a:rPr>
                        <a:t>Pseudonymization</a:t>
                      </a:r>
                    </a:p>
                  </a:txBody>
                  <a:tcPr marL="9525" marR="9525" marT="9525" marB="0"/>
                </a:tc>
                <a:tc>
                  <a:txBody>
                    <a:bodyPr/>
                    <a:lstStyle/>
                    <a:p>
                      <a:pPr marL="342900" indent="-342900" algn="l" fontAlgn="b">
                        <a:buFontTx/>
                        <a:buChar char="-"/>
                      </a:pPr>
                      <a:r>
                        <a:rPr lang="en-US" sz="1400" b="0" i="0" u="none" strike="noStrike" dirty="0">
                          <a:solidFill>
                            <a:srgbClr val="000000"/>
                          </a:solidFill>
                          <a:effectLst/>
                          <a:latin typeface="Euphemia" panose="020B0503040102020104" pitchFamily="34" charset="0"/>
                        </a:rPr>
                        <a:t>Data can be mapped back to the original element with a special key stored separately making it possible to apply data science applications use.</a:t>
                      </a:r>
                    </a:p>
                    <a:p>
                      <a:pPr marL="342900" indent="-342900" algn="l" fontAlgn="b">
                        <a:buFontTx/>
                        <a:buChar char="-"/>
                      </a:pPr>
                      <a:endParaRPr lang="en-US" sz="1400" b="0" i="0" u="none" strike="noStrike" dirty="0">
                        <a:solidFill>
                          <a:srgbClr val="000000"/>
                        </a:solidFill>
                        <a:effectLst/>
                        <a:latin typeface="Euphemia" panose="020B0503040102020104" pitchFamily="34" charset="0"/>
                      </a:endParaRPr>
                    </a:p>
                  </a:txBody>
                  <a:tcPr marL="9525" marR="9525" marT="9525" marB="0"/>
                </a:tc>
                <a:tc>
                  <a:txBody>
                    <a:bodyPr/>
                    <a:lstStyle/>
                    <a:p>
                      <a:pPr marL="342900" indent="-342900" algn="l" fontAlgn="b">
                        <a:buFontTx/>
                        <a:buChar char="-"/>
                      </a:pPr>
                      <a:r>
                        <a:rPr lang="en-US" sz="1400" b="0" i="0" u="none" strike="noStrike" dirty="0">
                          <a:solidFill>
                            <a:srgbClr val="000000"/>
                          </a:solidFill>
                          <a:effectLst/>
                          <a:latin typeface="Euphemia" panose="020B0503040102020104" pitchFamily="34" charset="0"/>
                        </a:rPr>
                        <a:t>The data is only as safe ask the key. Once the key is compromised the data can be accessed</a:t>
                      </a:r>
                    </a:p>
                    <a:p>
                      <a:pPr marL="342900" indent="-342900" algn="l" fontAlgn="b">
                        <a:buFontTx/>
                        <a:buChar char="-"/>
                      </a:pPr>
                      <a:endParaRPr lang="en-US" sz="1400" b="0" i="0" u="none" strike="noStrike" dirty="0">
                        <a:solidFill>
                          <a:srgbClr val="000000"/>
                        </a:solidFill>
                        <a:effectLst/>
                        <a:latin typeface="Euphemia" panose="020B0503040102020104" pitchFamily="34" charset="0"/>
                      </a:endParaRPr>
                    </a:p>
                  </a:txBody>
                  <a:tcPr marL="9525" marR="9525" marT="9525" marB="0"/>
                </a:tc>
                <a:extLst>
                  <a:ext uri="{0D108BD9-81ED-4DB2-BD59-A6C34878D82A}">
                    <a16:rowId xmlns:a16="http://schemas.microsoft.com/office/drawing/2014/main" val="3886589931"/>
                  </a:ext>
                </a:extLst>
              </a:tr>
              <a:tr h="838963">
                <a:tc>
                  <a:txBody>
                    <a:bodyPr/>
                    <a:lstStyle/>
                    <a:p>
                      <a:pPr algn="l" fontAlgn="b"/>
                      <a:r>
                        <a:rPr lang="en-US" sz="2000" b="0" i="0" u="none" strike="noStrike" dirty="0">
                          <a:solidFill>
                            <a:srgbClr val="000000"/>
                          </a:solidFill>
                          <a:effectLst/>
                          <a:latin typeface="Euphemia" panose="020B0503040102020104" pitchFamily="34" charset="0"/>
                        </a:rPr>
                        <a:t>Encryption</a:t>
                      </a:r>
                    </a:p>
                  </a:txBody>
                  <a:tcPr marL="9525" marR="9525" marT="9525" marB="0"/>
                </a:tc>
                <a:tc>
                  <a:txBody>
                    <a:bodyPr/>
                    <a:lstStyle/>
                    <a:p>
                      <a:pPr marL="342900" indent="-342900" algn="l" fontAlgn="b">
                        <a:buFontTx/>
                        <a:buChar char="-"/>
                      </a:pPr>
                      <a:r>
                        <a:rPr lang="en-US" sz="1400" b="0" i="0" u="none" strike="noStrike" dirty="0">
                          <a:solidFill>
                            <a:srgbClr val="000000"/>
                          </a:solidFill>
                          <a:effectLst/>
                          <a:latin typeface="Euphemia" panose="020B0503040102020104" pitchFamily="34" charset="0"/>
                        </a:rPr>
                        <a:t>Data is stored in encrypted form. A decryption key is needed to transform the data in the original form ensuring data privacy</a:t>
                      </a:r>
                    </a:p>
                    <a:p>
                      <a:pPr marL="342900" indent="-342900" algn="l" fontAlgn="b">
                        <a:buFontTx/>
                        <a:buChar char="-"/>
                      </a:pPr>
                      <a:r>
                        <a:rPr lang="en-US" sz="1400" b="0" i="0" u="none" strike="noStrike" dirty="0">
                          <a:solidFill>
                            <a:srgbClr val="000000"/>
                          </a:solidFill>
                          <a:effectLst/>
                          <a:latin typeface="Euphemia" panose="020B0503040102020104" pitchFamily="34" charset="0"/>
                        </a:rPr>
                        <a:t>Asymmetric encryption makes it possible to transfer data safely and ensure consistency of the data</a:t>
                      </a:r>
                    </a:p>
                  </a:txBody>
                  <a:tcPr marL="9525" marR="9525" marT="9525" marB="0"/>
                </a:tc>
                <a:tc>
                  <a:txBody>
                    <a:bodyPr/>
                    <a:lstStyle/>
                    <a:p>
                      <a:pPr marL="342900" indent="-342900" algn="l" fontAlgn="b">
                        <a:buFontTx/>
                        <a:buChar char="-"/>
                      </a:pPr>
                      <a:r>
                        <a:rPr lang="en-US" sz="1400" b="0" i="0" u="none" strike="noStrike" dirty="0">
                          <a:solidFill>
                            <a:srgbClr val="000000"/>
                          </a:solidFill>
                          <a:effectLst/>
                          <a:latin typeface="Euphemia" panose="020B0503040102020104" pitchFamily="34" charset="0"/>
                        </a:rPr>
                        <a:t>There are chances that with the key a hacker can de-encrypt the data and have access</a:t>
                      </a:r>
                    </a:p>
                    <a:p>
                      <a:pPr marL="342900" indent="-342900" algn="l" fontAlgn="b">
                        <a:buFontTx/>
                        <a:buChar char="-"/>
                      </a:pPr>
                      <a:endParaRPr lang="en-US" sz="1400" b="0" i="0" u="none" strike="noStrike" dirty="0">
                        <a:solidFill>
                          <a:srgbClr val="000000"/>
                        </a:solidFill>
                        <a:effectLst/>
                        <a:latin typeface="Euphemia" panose="020B0503040102020104" pitchFamily="34" charset="0"/>
                      </a:endParaRPr>
                    </a:p>
                  </a:txBody>
                  <a:tcPr marL="9525" marR="9525" marT="9525" marB="0"/>
                </a:tc>
                <a:extLst>
                  <a:ext uri="{0D108BD9-81ED-4DB2-BD59-A6C34878D82A}">
                    <a16:rowId xmlns:a16="http://schemas.microsoft.com/office/drawing/2014/main" val="3049814287"/>
                  </a:ext>
                </a:extLst>
              </a:tr>
            </a:tbl>
          </a:graphicData>
        </a:graphic>
      </p:graphicFrame>
    </p:spTree>
    <p:extLst>
      <p:ext uri="{BB962C8B-B14F-4D97-AF65-F5344CB8AC3E}">
        <p14:creationId xmlns:p14="http://schemas.microsoft.com/office/powerpoint/2010/main" val="13031989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a:t>
            </a:r>
          </a:p>
        </p:txBody>
      </p:sp>
      <p:sp>
        <p:nvSpPr>
          <p:cNvPr id="3" name="Content Placeholder 2">
            <a:extLst>
              <a:ext uri="{FF2B5EF4-FFF2-40B4-BE49-F238E27FC236}">
                <a16:creationId xmlns:a16="http://schemas.microsoft.com/office/drawing/2014/main" id="{478CEAD2-459D-4ED6-B490-3D61E44CF8FA}"/>
              </a:ext>
            </a:extLst>
          </p:cNvPr>
          <p:cNvSpPr>
            <a:spLocks noGrp="1"/>
          </p:cNvSpPr>
          <p:nvPr>
            <p:ph idx="1"/>
          </p:nvPr>
        </p:nvSpPr>
        <p:spPr>
          <a:xfrm>
            <a:off x="1104900" y="1431235"/>
            <a:ext cx="9982200" cy="4740965"/>
          </a:xfrm>
        </p:spPr>
        <p:txBody>
          <a:bodyPr>
            <a:normAutofit fontScale="92500"/>
          </a:bodyPr>
          <a:lstStyle/>
          <a:p>
            <a:pPr marL="0" indent="0">
              <a:buNone/>
            </a:pPr>
            <a:r>
              <a:rPr lang="en-US" dirty="0"/>
              <a:t>Over time it has become very critical to shift from the original methods to protect data by building a perimeter around the data. Its now not possible to protect data by building perimeter as a result of</a:t>
            </a:r>
          </a:p>
          <a:p>
            <a:pPr marL="514350" indent="-514350">
              <a:buAutoNum type="romanLcParenR"/>
            </a:pPr>
            <a:r>
              <a:rPr lang="en-US" dirty="0"/>
              <a:t>Need for data to be accessible via the internet.</a:t>
            </a:r>
          </a:p>
          <a:p>
            <a:pPr marL="514350" indent="-514350">
              <a:buAutoNum type="romanLcParenR"/>
            </a:pPr>
            <a:r>
              <a:rPr lang="en-US" dirty="0"/>
              <a:t>Nee to share data with 3</a:t>
            </a:r>
            <a:r>
              <a:rPr lang="en-US" baseline="30000" dirty="0"/>
              <a:t>rd</a:t>
            </a:r>
            <a:r>
              <a:rPr lang="en-US" dirty="0"/>
              <a:t> party from example outsourcing payroll or customer care</a:t>
            </a:r>
          </a:p>
          <a:p>
            <a:pPr marL="514350" indent="-514350">
              <a:buAutoNum type="romanLcParenR"/>
            </a:pPr>
            <a:r>
              <a:rPr lang="en-US" dirty="0"/>
              <a:t>IOT devices that are recording and storing data in large volumes</a:t>
            </a:r>
          </a:p>
          <a:p>
            <a:pPr marL="514350" indent="-514350">
              <a:buAutoNum type="romanLcParenR"/>
            </a:pPr>
            <a:r>
              <a:rPr lang="en-US" dirty="0"/>
              <a:t>Staff working from home and office that need access to the data. </a:t>
            </a:r>
          </a:p>
          <a:p>
            <a:pPr marL="0" indent="0">
              <a:buNone/>
            </a:pPr>
            <a:r>
              <a:rPr lang="en-US" dirty="0"/>
              <a:t>This has led to data protection techniques becoming very critical when dealing with data. Organizations such as GPDF and the California consumer protection act are now giving guidelines on data protection. A lot of countries are now enacting laws that guard data privacy. In this presentation we have covered methods that we can use to protect data from unauthorized access. This techniques are critical in the future for organizations to avoid losing information and large fines from authorities for data leaks</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8927488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Bibliography</a:t>
            </a:r>
          </a:p>
        </p:txBody>
      </p:sp>
      <p:sp>
        <p:nvSpPr>
          <p:cNvPr id="4" name="Text Placeholder 3"/>
          <p:cNvSpPr>
            <a:spLocks noGrp="1"/>
          </p:cNvSpPr>
          <p:nvPr>
            <p:ph type="body" sz="half" idx="2"/>
          </p:nvPr>
        </p:nvSpPr>
        <p:spPr>
          <a:xfrm>
            <a:off x="1104900" y="1600200"/>
            <a:ext cx="10146196" cy="4572000"/>
          </a:xfrm>
        </p:spPr>
        <p:txBody>
          <a:bodyPr/>
          <a:lstStyle/>
          <a:p>
            <a:endParaRPr lang="en-US" dirty="0"/>
          </a:p>
          <a:p>
            <a:r>
              <a:rPr lang="en-US" dirty="0">
                <a:latin typeface="Arial" panose="020B0604020202020204" pitchFamily="34" charset="0"/>
              </a:rPr>
              <a:t>European Union. (2018). Regulation (EU) 2016/679 of the European Parliament and of the Council of 27 April 2016</a:t>
            </a:r>
            <a:br>
              <a:rPr lang="en-US" dirty="0"/>
            </a:br>
            <a:r>
              <a:rPr lang="en-US" dirty="0">
                <a:latin typeface="Arial" panose="020B0604020202020204" pitchFamily="34" charset="0"/>
              </a:rPr>
              <a:t>on the protection of natural persons with regard to the processing of personal data and on the free movement of</a:t>
            </a:r>
            <a:br>
              <a:rPr lang="en-US" dirty="0"/>
            </a:br>
            <a:r>
              <a:rPr lang="en-US" dirty="0">
                <a:latin typeface="Arial" panose="020B0604020202020204" pitchFamily="34" charset="0"/>
              </a:rPr>
              <a:t>such data, and repealing Directive 95/46/EC (General Data Protection Regulation). https://eur-</a:t>
            </a:r>
            <a:br>
              <a:rPr lang="en-US" dirty="0"/>
            </a:br>
            <a:r>
              <a:rPr lang="en-US" dirty="0">
                <a:latin typeface="Arial" panose="020B0604020202020204" pitchFamily="34" charset="0"/>
              </a:rPr>
              <a:t>lex.europa.eu/legal content/EN/TXT/?</a:t>
            </a:r>
            <a:r>
              <a:rPr lang="en-US" dirty="0" err="1">
                <a:latin typeface="Arial" panose="020B0604020202020204" pitchFamily="34" charset="0"/>
              </a:rPr>
              <a:t>uri</a:t>
            </a:r>
            <a:r>
              <a:rPr lang="en-US" dirty="0">
                <a:latin typeface="Arial" panose="020B0604020202020204" pitchFamily="34" charset="0"/>
              </a:rPr>
              <a:t>=CELEX%3A32016R0679</a:t>
            </a:r>
          </a:p>
          <a:p>
            <a:br>
              <a:rPr lang="en-US" dirty="0"/>
            </a:br>
            <a:r>
              <a:rPr lang="en-US" dirty="0">
                <a:latin typeface="Arial" panose="020B0604020202020204" pitchFamily="34" charset="0"/>
              </a:rPr>
              <a:t>Elliot, M.; Mackey, E.; O’Hara, K. (2020): The </a:t>
            </a:r>
            <a:r>
              <a:rPr lang="en-US" dirty="0" err="1">
                <a:latin typeface="Arial" panose="020B0604020202020204" pitchFamily="34" charset="0"/>
              </a:rPr>
              <a:t>Anonymisation</a:t>
            </a:r>
            <a:r>
              <a:rPr lang="en-US" dirty="0">
                <a:latin typeface="Arial" panose="020B0604020202020204" pitchFamily="34" charset="0"/>
              </a:rPr>
              <a:t> Decision-Making Framework 2ndEdition. UKAN.</a:t>
            </a:r>
            <a:br>
              <a:rPr lang="en-US" dirty="0"/>
            </a:br>
            <a:r>
              <a:rPr lang="en-US" dirty="0">
                <a:latin typeface="Arial" panose="020B0604020202020204" pitchFamily="34" charset="0"/>
              </a:rPr>
              <a:t>https://ukanon.net/framework</a:t>
            </a:r>
            <a:endParaRPr lang="en-US" dirty="0"/>
          </a:p>
        </p:txBody>
      </p:sp>
    </p:spTree>
    <p:extLst>
      <p:ext uri="{BB962C8B-B14F-4D97-AF65-F5344CB8AC3E}">
        <p14:creationId xmlns:p14="http://schemas.microsoft.com/office/powerpoint/2010/main" val="31970234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Academic Literature 16x9">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TF03431380.potx" id="{B573BD99-E105-4D2A-964B-B901A176567A}" vid="{B1D363B9-18DE-4874-9E2B-FD69B5C6548D}"/>
    </a:ext>
  </a:extLst>
</a:theme>
</file>

<file path=ppt/theme/theme2.xml><?xml version="1.0" encoding="utf-8"?>
<a:theme xmlns:a="http://schemas.openxmlformats.org/drawingml/2006/main" name="Office Theme">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AssetEditForm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TemplateFile" ma:contentTypeID="0x0101006EDDDB5EE6D98C44930B742096920B300400F5B6D36B3EF94B4E9A635CDF2A18F5B8" ma:contentTypeVersion="72" ma:contentTypeDescription="Create a new document." ma:contentTypeScope="" ma:versionID="a23e56308344d904b51738559c3d67c9">
  <xsd:schema xmlns:xsd="http://www.w3.org/2001/XMLSchema" xmlns:xs="http://www.w3.org/2001/XMLSchema" xmlns:p="http://schemas.microsoft.com/office/2006/metadata/properties" xmlns:ns2="4873beb7-5857-4685-be1f-d57550cc96cc" targetNamespace="http://schemas.microsoft.com/office/2006/metadata/properties" ma:root="true" ma:fieldsID="cd0908cc4600e77bf5da051303e00c8d" ns2:_="">
    <xsd:import namespace="4873beb7-5857-4685-be1f-d57550cc96cc"/>
    <xsd:element name="properties">
      <xsd:complexType>
        <xsd:sequence>
          <xsd:element name="documentManagement">
            <xsd:complexType>
              <xsd:all>
                <xsd:element ref="ns2:AcquiredFrom" minOccurs="0"/>
                <xsd:element ref="ns2:UACurrentWords" minOccurs="0"/>
                <xsd:element ref="ns2:TPApplication" minOccurs="0"/>
                <xsd:element ref="ns2:ApprovalLog" minOccurs="0"/>
                <xsd:element ref="ns2:ApprovalStatus" minOccurs="0"/>
                <xsd:element ref="ns2:AssetStart" minOccurs="0"/>
                <xsd:element ref="ns2:AssetExpire" minOccurs="0"/>
                <xsd:element ref="ns2:AssetId" minOccurs="0"/>
                <xsd:element ref="ns2:IsSearchable" minOccurs="0"/>
                <xsd:element ref="ns2:AssetType" minOccurs="0"/>
                <xsd:element ref="ns2:APAuthor" minOccurs="0"/>
                <xsd:element ref="ns2:AverageRating" minOccurs="0"/>
                <xsd:element ref="ns2:BlockPublish" minOccurs="0"/>
                <xsd:element ref="ns2:BugNumber" minOccurs="0"/>
                <xsd:element ref="ns2:CampaignTagsTaxHTField0" minOccurs="0"/>
                <xsd:element ref="ns2:TPClientViewer" minOccurs="0"/>
                <xsd:element ref="ns2:ClipArtFilename" minOccurs="0"/>
                <xsd:element ref="ns2:TPCommandLine" minOccurs="0"/>
                <xsd:element ref="ns2:TPComponent" minOccurs="0"/>
                <xsd:element ref="ns2:ContentItem" minOccurs="0"/>
                <xsd:element ref="ns2:CrawlForDependencies" minOccurs="0"/>
                <xsd:element ref="ns2:CSXHash" minOccurs="0"/>
                <xsd:element ref="ns2:CSXSubmissionMarket" minOccurs="0"/>
                <xsd:element ref="ns2:CSXUpdate" minOccurs="0"/>
                <xsd:element ref="ns2:IntlLangReviewDate" minOccurs="0"/>
                <xsd:element ref="ns2:IsDeleted" minOccurs="0"/>
                <xsd:element ref="ns2:APDescription" minOccurs="0"/>
                <xsd:element ref="ns2:DirectSourceMarket" minOccurs="0"/>
                <xsd:element ref="ns2:Downloads" minOccurs="0"/>
                <xsd:element ref="ns2:DSATActionTaken" minOccurs="0"/>
                <xsd:element ref="ns2:APEditor" minOccurs="0"/>
                <xsd:element ref="ns2:EditorialStatus" minOccurs="0"/>
                <xsd:element ref="ns2:EditorialTags" minOccurs="0"/>
                <xsd:element ref="ns2:TPExecutable" minOccurs="0"/>
                <xsd:element ref="ns2:FeatureTagsTaxHTField0" minOccurs="0"/>
                <xsd:element ref="ns2:TPFriendlyName" minOccurs="0"/>
                <xsd:element ref="ns2:FriendlyTitle" minOccurs="0"/>
                <xsd:element ref="ns2:PrimaryImageGen" minOccurs="0"/>
                <xsd:element ref="ns2:HandoffToMSDN" minOccurs="0"/>
                <xsd:element ref="ns2:InProjectListLookup" minOccurs="0"/>
                <xsd:element ref="ns2:TPInstallLocation" minOccurs="0"/>
                <xsd:element ref="ns2:InternalTagsTaxHTField0" minOccurs="0"/>
                <xsd:element ref="ns2:IntlLangReview" minOccurs="0"/>
                <xsd:element ref="ns2:IntlLangReviewer" minOccurs="0"/>
                <xsd:element ref="ns2:MarketSpecific" minOccurs="0"/>
                <xsd:element ref="ns2:LastCompleteVersionLookup" minOccurs="0"/>
                <xsd:element ref="ns2:LastHandOff" minOccurs="0"/>
                <xsd:element ref="ns2:LastModifiedDateTime" minOccurs="0"/>
                <xsd:element ref="ns2:LastPreviewErrorLookup" minOccurs="0"/>
                <xsd:element ref="ns2:LastPreviewResultLookup" minOccurs="0"/>
                <xsd:element ref="ns2:LastPreviewAttemptDateLookup" minOccurs="0"/>
                <xsd:element ref="ns2:LastPreviewedByLookup" minOccurs="0"/>
                <xsd:element ref="ns2:LastPreviewTimeLookup" minOccurs="0"/>
                <xsd:element ref="ns2:LastPreviewVersionLookup" minOccurs="0"/>
                <xsd:element ref="ns2:LastPublishErrorLookup" minOccurs="0"/>
                <xsd:element ref="ns2:LastPublishResultLookup" minOccurs="0"/>
                <xsd:element ref="ns2:LastPublishAttemptDateLookup" minOccurs="0"/>
                <xsd:element ref="ns2:LastPublishedByLookup" minOccurs="0"/>
                <xsd:element ref="ns2:LastPublishTimeLookup" minOccurs="0"/>
                <xsd:element ref="ns2:LastPublishVersionLookup" minOccurs="0"/>
                <xsd:element ref="ns2:TPLaunchHelpLinkType" minOccurs="0"/>
                <xsd:element ref="ns2:LegacyData" minOccurs="0"/>
                <xsd:element ref="ns2:TPLaunchHelpLink" minOccurs="0"/>
                <xsd:element ref="ns2:LocComments" minOccurs="0"/>
                <xsd:element ref="ns2:LocLastLocAttemptVersionLookup" minOccurs="0"/>
                <xsd:element ref="ns2:LocLastLocAttemptVersionTypeLookup" minOccurs="0"/>
                <xsd:element ref="ns2:LocManualTestRequired" minOccurs="0"/>
                <xsd:element ref="ns2:LocMarketGroupTiers2" minOccurs="0"/>
                <xsd:element ref="ns2:LocNewPublishedVersionLookup" minOccurs="0"/>
                <xsd:element ref="ns2:LocOverallHandbackStatusLookup" minOccurs="0"/>
                <xsd:element ref="ns2:LocOverallLocStatusLookup" minOccurs="0"/>
                <xsd:element ref="ns2:LocOverallPreviewStatusLookup" minOccurs="0"/>
                <xsd:element ref="ns2:LocOverallPublishStatusLookup" minOccurs="0"/>
                <xsd:element ref="ns2:IntlLocPriority" minOccurs="0"/>
                <xsd:element ref="ns2:LocProcessedForHandoffsLookup" minOccurs="0"/>
                <xsd:element ref="ns2:LocProcessedForMarketsLookup" minOccurs="0"/>
                <xsd:element ref="ns2:LocPublishedDependentAssetsLookup" minOccurs="0"/>
                <xsd:element ref="ns2:LocPublishedLinkedAssetsLookup" minOccurs="0"/>
                <xsd:element ref="ns2:LocRecommendedHandoff" minOccurs="0"/>
                <xsd:element ref="ns2:LocalizationTagsTaxHTField0" minOccurs="0"/>
                <xsd:element ref="ns2:MachineTranslated" minOccurs="0"/>
                <xsd:element ref="ns2:Manager" minOccurs="0"/>
                <xsd:element ref="ns2:Markets" minOccurs="0"/>
                <xsd:element ref="ns2:Milestone" minOccurs="0"/>
                <xsd:element ref="ns2:TPNamespace" minOccurs="0"/>
                <xsd:element ref="ns2:NumericId" minOccurs="0"/>
                <xsd:element ref="ns2:NumOfRatingsLookup" minOccurs="0"/>
                <xsd:element ref="ns2:OOCacheId" minOccurs="0"/>
                <xsd:element ref="ns2:OpenTemplate" minOccurs="0"/>
                <xsd:element ref="ns2:OriginAsset" minOccurs="0"/>
                <xsd:element ref="ns2:OriginalRelease" minOccurs="0"/>
                <xsd:element ref="ns2:OriginalSourceMarket" minOccurs="0"/>
                <xsd:element ref="ns2:OutputCachingOn" minOccurs="0"/>
                <xsd:element ref="ns2:ParentAssetId" minOccurs="0"/>
                <xsd:element ref="ns2:PlannedPubDate" minOccurs="0"/>
                <xsd:element ref="ns2:PolicheckWords" minOccurs="0"/>
                <xsd:element ref="ns2:BusinessGroup" minOccurs="0"/>
                <xsd:element ref="ns2:UAProjectedTotalWords" minOccurs="0"/>
                <xsd:element ref="ns2:Provider" minOccurs="0"/>
                <xsd:element ref="ns2:Providers" minOccurs="0"/>
                <xsd:element ref="ns2:PublishStatusLookup" minOccurs="0"/>
                <xsd:element ref="ns2:PublishTargets" minOccurs="0"/>
                <xsd:element ref="ns2:RecommendationsModifier" minOccurs="0"/>
                <xsd:element ref="ns2:ArtSampleDocs" minOccurs="0"/>
                <xsd:element ref="ns2:ScenarioTagsTaxHTField0" minOccurs="0"/>
                <xsd:element ref="ns2:ShowIn" minOccurs="0"/>
                <xsd:element ref="ns2:SourceTitle" minOccurs="0"/>
                <xsd:element ref="ns2:CSXSubmissionDate" minOccurs="0"/>
                <xsd:element ref="ns2:SubmitterId" minOccurs="0"/>
                <xsd:element ref="ns2:TaxCatchAll" minOccurs="0"/>
                <xsd:element ref="ns2:TaxCatchAllLabel" minOccurs="0"/>
                <xsd:element ref="ns2:TemplateStatus" minOccurs="0"/>
                <xsd:element ref="ns2:TemplateTemplateType" minOccurs="0"/>
                <xsd:element ref="ns2:ThumbnailAssetId" minOccurs="0"/>
                <xsd:element ref="ns2:TimesCloned" minOccurs="0"/>
                <xsd:element ref="ns2:TrustLevel" minOccurs="0"/>
                <xsd:element ref="ns2:UALocComments" minOccurs="0"/>
                <xsd:element ref="ns2:UALocRecommendation" minOccurs="0"/>
                <xsd:element ref="ns2:UANotes" minOccurs="0"/>
                <xsd:element ref="ns2:TPAppVersion" minOccurs="0"/>
                <xsd:element ref="ns2:VoteCou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73beb7-5857-4685-be1f-d57550cc96cc" elementFormDefault="qualified">
    <xsd:import namespace="http://schemas.microsoft.com/office/2006/documentManagement/types"/>
    <xsd:import namespace="http://schemas.microsoft.com/office/infopath/2007/PartnerControls"/>
    <xsd:element name="AcquiredFrom" ma:index="1" nillable="true" ma:displayName="Acquired From" ma:default="Internal MS" ma:internalName="AcquiredFrom" ma:readOnly="false">
      <xsd:simpleType>
        <xsd:restriction base="dms:Choice">
          <xsd:enumeration value="Internal MS"/>
          <xsd:enumeration value="Community"/>
          <xsd:enumeration value="MVP"/>
          <xsd:enumeration value="Publisher"/>
          <xsd:enumeration value="Partner"/>
          <xsd:enumeration value="None"/>
        </xsd:restriction>
      </xsd:simpleType>
    </xsd:element>
    <xsd:element name="UACurrentWords" ma:index="2" nillable="true" ma:displayName="Actual Word Count" ma:default="" ma:internalName="UACurrentWords" ma:readOnly="false">
      <xsd:simpleType>
        <xsd:restriction base="dms:Unknown"/>
      </xsd:simpleType>
    </xsd:element>
    <xsd:element name="TPApplication" ma:index="3" nillable="true" ma:displayName="Application to Open Template With" ma:default="" ma:internalName="TPApplication">
      <xsd:simpleType>
        <xsd:restriction base="dms:Text"/>
      </xsd:simpleType>
    </xsd:element>
    <xsd:element name="ApprovalLog" ma:index="4" nillable="true" ma:displayName="Approval Log" ma:default="" ma:hidden="true" ma:internalName="ApprovalLog" ma:readOnly="false">
      <xsd:simpleType>
        <xsd:restriction base="dms:Note"/>
      </xsd:simpleType>
    </xsd:element>
    <xsd:element name="ApprovalStatus" ma:index="5" nillable="true" ma:displayName="Approval Status" ma:default="InProgress" ma:internalName="ApprovalStatus" ma:readOnly="false">
      <xsd:simpleType>
        <xsd:restriction base="dms:Choice">
          <xsd:enumeration value="InProgress"/>
          <xsd:enumeration value="Rejected"/>
          <xsd:enumeration value="Questionable"/>
          <xsd:enumeration value="ApprovedAutomatic"/>
          <xsd:enumeration value="ApprovedManual"/>
          <xsd:enumeration value="On Hold"/>
          <xsd:enumeration value="Needs Review"/>
          <xsd:enumeration value="A Violation"/>
          <xsd:enumeration value="Unpublished Violation"/>
        </xsd:restriction>
      </xsd:simpleType>
    </xsd:element>
    <xsd:element name="AssetStart" ma:index="6" nillable="true" ma:displayName="Asset Begin Date" ma:default="[Today]" ma:internalName="AssetStart" ma:readOnly="false">
      <xsd:simpleType>
        <xsd:restriction base="dms:DateTime"/>
      </xsd:simpleType>
    </xsd:element>
    <xsd:element name="AssetExpire" ma:index="7" nillable="true" ma:displayName="Asset End Date" ma:default="2029-01-01T08:00:00Z" ma:format="DateTime" ma:internalName="AssetExpire" ma:readOnly="false">
      <xsd:simpleType>
        <xsd:restriction base="dms:DateTime"/>
      </xsd:simpleType>
    </xsd:element>
    <xsd:element name="AssetId" ma:index="8" nillable="true" ma:displayName="Asset ID" ma:default="" ma:indexed="true" ma:internalName="AssetId" ma:readOnly="false">
      <xsd:simpleType>
        <xsd:restriction base="dms:Text">
          <xsd:maxLength value="255"/>
        </xsd:restriction>
      </xsd:simpleType>
    </xsd:element>
    <xsd:element name="IsSearchable" ma:index="9" nillable="true" ma:displayName="Asset Searchable?" ma:default="true" ma:internalName="IsSearchable" ma:readOnly="false">
      <xsd:simpleType>
        <xsd:restriction base="dms:Boolean"/>
      </xsd:simpleType>
    </xsd:element>
    <xsd:element name="AssetType" ma:index="10" nillable="true" ma:displayName="Asset Type" ma:default="" ma:internalName="AssetType" ma:readOnly="false">
      <xsd:simpleType>
        <xsd:restriction base="dms:Unknown"/>
      </xsd:simpleType>
    </xsd:element>
    <xsd:element name="APAuthor" ma:index="11" nillable="true" ma:displayName="Author" ma:default="" ma:list="UserInfo" ma:internalName="APAuth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AverageRating" ma:index="12" nillable="true" ma:displayName="Average Rating" ma:internalName="AverageRating" ma:readOnly="false">
      <xsd:simpleType>
        <xsd:restriction base="dms:Text"/>
      </xsd:simpleType>
    </xsd:element>
    <xsd:element name="BlockPublish" ma:index="13" nillable="true" ma:displayName="Block from Publishing?" ma:default="" ma:internalName="BlockPublish" ma:readOnly="false">
      <xsd:simpleType>
        <xsd:restriction base="dms:Boolean"/>
      </xsd:simpleType>
    </xsd:element>
    <xsd:element name="BugNumber" ma:index="14" nillable="true" ma:displayName="Bug Number" ma:default="" ma:internalName="BugNumber" ma:readOnly="false">
      <xsd:simpleType>
        <xsd:restriction base="dms:Text"/>
      </xsd:simpleType>
    </xsd:element>
    <xsd:element name="CampaignTagsTaxHTField0" ma:index="16" nillable="true" ma:taxonomy="true" ma:internalName="CampaignTagsTaxHTField0" ma:taxonomyFieldName="CampaignTags" ma:displayName="Campaigns" ma:readOnly="false" ma:default="" ma:fieldId="{1df42cc3-2301-4f11-a52a-6ead923c29ed}" ma:taxonomyMulti="true" ma:sspId="8f79753a-75d3-41f5-8ca3-40b843941b4f" ma:termSetId="ca0e50d4-faa1-44ce-961e-bb1441c60e66" ma:anchorId="00000000-0000-0000-0000-000000000000" ma:open="false" ma:isKeyword="false">
      <xsd:complexType>
        <xsd:sequence>
          <xsd:element ref="pc:Terms" minOccurs="0" maxOccurs="1"/>
        </xsd:sequence>
      </xsd:complexType>
    </xsd:element>
    <xsd:element name="TPClientViewer" ma:index="17" nillable="true" ma:displayName="Client Viewer" ma:default="" ma:internalName="TPClientViewer">
      <xsd:simpleType>
        <xsd:restriction base="dms:Text"/>
      </xsd:simpleType>
    </xsd:element>
    <xsd:element name="ClipArtFilename" ma:index="18" nillable="true" ma:displayName="Clip Art Name" ma:default="" ma:internalName="ClipArtFilename" ma:readOnly="false">
      <xsd:simpleType>
        <xsd:restriction base="dms:Text"/>
      </xsd:simpleType>
    </xsd:element>
    <xsd:element name="TPCommandLine" ma:index="19" nillable="true" ma:displayName="Command Line" ma:default="" ma:internalName="TPCommandLine">
      <xsd:simpleType>
        <xsd:restriction base="dms:Text"/>
      </xsd:simpleType>
    </xsd:element>
    <xsd:element name="TPComponent" ma:index="20" nillable="true" ma:displayName="Component" ma:default="" ma:internalName="TPComponent">
      <xsd:simpleType>
        <xsd:restriction base="dms:Text"/>
      </xsd:simpleType>
    </xsd:element>
    <xsd:element name="ContentItem" ma:index="21" nillable="true" ma:displayName="Content Item" ma:default="" ma:hidden="true" ma:internalName="ContentItem" ma:readOnly="false">
      <xsd:simpleType>
        <xsd:restriction base="dms:Unknown"/>
      </xsd:simpleType>
    </xsd:element>
    <xsd:element name="CrawlForDependencies" ma:index="23" nillable="true" ma:displayName="Crawl for Dependencies?" ma:default="true" ma:internalName="CrawlForDependencies" ma:readOnly="false">
      <xsd:simpleType>
        <xsd:restriction base="dms:Boolean"/>
      </xsd:simpleType>
    </xsd:element>
    <xsd:element name="CSXHash" ma:index="26" nillable="true" ma:displayName="CSX Hash" ma:default="" ma:indexed="true" ma:internalName="CSXHash" ma:readOnly="false">
      <xsd:simpleType>
        <xsd:restriction base="dms:Text"/>
      </xsd:simpleType>
    </xsd:element>
    <xsd:element name="CSXSubmissionMarket" ma:index="27" nillable="true" ma:displayName="CSX Submission Market" ma:default="" ma:list="{2FBD1B11-2ACE-4FDC-B5A3-635D4ADF6F1B}" ma:internalName="CSXSubmissionMarket" ma:readOnly="false" ma:showField="MarketName" ma:web="4873beb7-5857-4685-be1f-d57550cc96cc">
      <xsd:simpleType>
        <xsd:restriction base="dms:Lookup"/>
      </xsd:simpleType>
    </xsd:element>
    <xsd:element name="CSXUpdate" ma:index="28" nillable="true" ma:displayName="CSX Updated?" ma:default="false" ma:internalName="CSXUpdate" ma:readOnly="false">
      <xsd:simpleType>
        <xsd:restriction base="dms:Boolean"/>
      </xsd:simpleType>
    </xsd:element>
    <xsd:element name="IntlLangReviewDate" ma:index="29" nillable="true" ma:displayName="Date to Complete Intl QA" ma:default="" ma:internalName="IntlLangReviewDate" ma:readOnly="false">
      <xsd:simpleType>
        <xsd:restriction base="dms:DateTime"/>
      </xsd:simpleType>
    </xsd:element>
    <xsd:element name="IsDeleted" ma:index="30" nillable="true" ma:displayName="Deleted?" ma:default="" ma:internalName="IsDeleted" ma:readOnly="false">
      <xsd:simpleType>
        <xsd:restriction base="dms:Boolean"/>
      </xsd:simpleType>
    </xsd:element>
    <xsd:element name="APDescription" ma:index="31" nillable="true" ma:displayName="Description" ma:default="" ma:internalName="APDescription" ma:readOnly="false">
      <xsd:simpleType>
        <xsd:restriction base="dms:Note"/>
      </xsd:simpleType>
    </xsd:element>
    <xsd:element name="DirectSourceMarket" ma:index="32" nillable="true" ma:displayName="Direct Source Market Group" ma:default="" ma:internalName="DirectSourceMarket" ma:readOnly="false">
      <xsd:simpleType>
        <xsd:restriction base="dms:Text"/>
      </xsd:simpleType>
    </xsd:element>
    <xsd:element name="Downloads" ma:index="33" nillable="true" ma:displayName="Downloads" ma:default="0" ma:hidden="true" ma:internalName="Downloads" ma:readOnly="false">
      <xsd:simpleType>
        <xsd:restriction base="dms:Unknown"/>
      </xsd:simpleType>
    </xsd:element>
    <xsd:element name="DSATActionTaken" ma:index="34" nillable="true" ma:displayName="DSAT Action Taken" ma:default="" ma:internalName="DSATActionTaken" ma:readOnly="false">
      <xsd:simpleType>
        <xsd:restriction base="dms:Choice">
          <xsd:enumeration value="Best Bets"/>
          <xsd:enumeration value="Expire"/>
          <xsd:enumeration value="Hide"/>
          <xsd:enumeration value="None"/>
        </xsd:restriction>
      </xsd:simpleType>
    </xsd:element>
    <xsd:element name="APEditor" ma:index="35" nillable="true" ma:displayName="Editor" ma:default="" ma:list="UserInfo" ma:internalName="APEdit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EditorialStatus" ma:index="36" nillable="true" ma:displayName="Editorial Status" ma:default="" ma:internalName="EditorialStatus" ma:readOnly="false">
      <xsd:simpleType>
        <xsd:restriction base="dms:Unknown"/>
      </xsd:simpleType>
    </xsd:element>
    <xsd:element name="EditorialTags" ma:index="37" nillable="true" ma:displayName="Editorial Tags" ma:default="" ma:internalName="EditorialTags">
      <xsd:simpleType>
        <xsd:restriction base="dms:Unknown"/>
      </xsd:simpleType>
    </xsd:element>
    <xsd:element name="TPExecutable" ma:index="38" nillable="true" ma:displayName="Executable" ma:default="" ma:internalName="TPExecutable">
      <xsd:simpleType>
        <xsd:restriction base="dms:Text"/>
      </xsd:simpleType>
    </xsd:element>
    <xsd:element name="FeatureTagsTaxHTField0" ma:index="40" nillable="true" ma:taxonomy="true" ma:internalName="FeatureTagsTaxHTField0" ma:taxonomyFieldName="FeatureTags" ma:displayName="Features" ma:readOnly="false" ma:default="" ma:fieldId="{7fc0d542-15c6-4882-a8e3-13bca44403fb}" ma:taxonomyMulti="true" ma:sspId="8f79753a-75d3-41f5-8ca3-40b843941b4f" ma:termSetId="f1ab6845-967d-4854-a0ba-4ec07f0f8113" ma:anchorId="00000000-0000-0000-0000-000000000000" ma:open="false" ma:isKeyword="false">
      <xsd:complexType>
        <xsd:sequence>
          <xsd:element ref="pc:Terms" minOccurs="0" maxOccurs="1"/>
        </xsd:sequence>
      </xsd:complexType>
    </xsd:element>
    <xsd:element name="TPFriendlyName" ma:index="41" nillable="true" ma:displayName="Friendly Name" ma:default="" ma:internalName="TPFriendlyName">
      <xsd:simpleType>
        <xsd:restriction base="dms:Text"/>
      </xsd:simpleType>
    </xsd:element>
    <xsd:element name="FriendlyTitle" ma:index="42" nillable="true" ma:displayName="Friendly Title" ma:default="" ma:description="Shorter title to be used when displaying search results" ma:internalName="FriendlyTitle" ma:readOnly="false">
      <xsd:simpleType>
        <xsd:restriction base="dms:Text"/>
      </xsd:simpleType>
    </xsd:element>
    <xsd:element name="PrimaryImageGen" ma:index="43" nillable="true" ma:displayName="Generate Images?" ma:default="true" ma:internalName="PrimaryImageGen">
      <xsd:simpleType>
        <xsd:restriction base="dms:Boolean"/>
      </xsd:simpleType>
    </xsd:element>
    <xsd:element name="HandoffToMSDN" ma:index="44" nillable="true" ma:displayName="Handoff To MSDN Date" ma:default="" ma:internalName="HandoffToMSDN" ma:readOnly="false">
      <xsd:simpleType>
        <xsd:restriction base="dms:DateTime"/>
      </xsd:simpleType>
    </xsd:element>
    <xsd:element name="InProjectListLookup" ma:index="45" nillable="true" ma:displayName="InProjectListLookup" ma:list="{9E343742-310B-4684-A24C-1D137CB4B230}" ma:internalName="InProjectListLookup" ma:readOnly="true" ma:showField="InProjectLis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InstallLocation" ma:index="46" nillable="true" ma:displayName="Install Location" ma:default="" ma:internalName="TPInstallLocation">
      <xsd:simpleType>
        <xsd:restriction base="dms:Text"/>
      </xsd:simpleType>
    </xsd:element>
    <xsd:element name="InternalTagsTaxHTField0" ma:index="48" nillable="true" ma:taxonomy="true" ma:internalName="InternalTagsTaxHTField0" ma:taxonomyFieldName="InternalTags" ma:displayName="Internal Tags" ma:readOnly="false" ma:default="" ma:fieldId="{1490b8a4-2706-41ec-b5e3-73176dccf34e}" ma:taxonomyMulti="true" ma:sspId="8f79753a-75d3-41f5-8ca3-40b843941b4f" ma:termSetId="82b6639e-f7fc-4c18-ad2d-003a6e707765" ma:anchorId="00000000-0000-0000-0000-000000000000" ma:open="false" ma:isKeyword="false">
      <xsd:complexType>
        <xsd:sequence>
          <xsd:element ref="pc:Terms" minOccurs="0" maxOccurs="1"/>
        </xsd:sequence>
      </xsd:complexType>
    </xsd:element>
    <xsd:element name="IntlLangReview" ma:index="49" nillable="true" ma:displayName="Intl Lang QA Review Required?" ma:default="" ma:internalName="IntlLangReview" ma:readOnly="false">
      <xsd:simpleType>
        <xsd:restriction base="dms:Boolean"/>
      </xsd:simpleType>
    </xsd:element>
    <xsd:element name="IntlLangReviewer" ma:index="50" nillable="true" ma:displayName="Intl Lang QA Reviewer" ma:default="" ma:internalName="IntlLangReviewer" ma:readOnly="false">
      <xsd:simpleType>
        <xsd:restriction base="dms:Text"/>
      </xsd:simpleType>
    </xsd:element>
    <xsd:element name="MarketSpecific" ma:index="51" nillable="true" ma:displayName="Is Market Specific?" ma:default="" ma:internalName="MarketSpecific" ma:readOnly="false">
      <xsd:simpleType>
        <xsd:restriction base="dms:Boolean"/>
      </xsd:simpleType>
    </xsd:element>
    <xsd:element name="LastCompleteVersionLookup" ma:index="52" nillable="true" ma:displayName="Last Complete Version Lookup" ma:default="" ma:list="{9E343742-310B-4684-A24C-1D137CB4B230}" ma:internalName="LastCompleteVersionLookup" ma:readOnly="true" ma:showField="LastComplete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HandOff" ma:index="53" nillable="true" ma:displayName="Last Hand-off" ma:default="" ma:internalName="LastHandOff" ma:readOnly="false">
      <xsd:simpleType>
        <xsd:restriction base="dms:DateTime"/>
      </xsd:simpleType>
    </xsd:element>
    <xsd:element name="LastModifiedDateTime" ma:index="54" nillable="true" ma:displayName="Last Modified Date" ma:default="" ma:internalName="LastModifiedDateTime" ma:readOnly="false">
      <xsd:simpleType>
        <xsd:restriction base="dms:DateTime"/>
      </xsd:simpleType>
    </xsd:element>
    <xsd:element name="LastPreviewErrorLookup" ma:index="55" nillable="true" ma:displayName="Last Preview Attempt Error" ma:default="" ma:list="{9E343742-310B-4684-A24C-1D137CB4B230}" ma:internalName="LastPreviewErrorLookup" ma:readOnly="true" ma:showField="LastPreview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ResultLookup" ma:index="56" nillable="true" ma:displayName="Last Preview Attempt Result" ma:default="" ma:list="{9E343742-310B-4684-A24C-1D137CB4B230}" ma:internalName="LastPreviewResultLookup" ma:readOnly="true" ma:showField="LastPreview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AttemptDateLookup" ma:index="57" nillable="true" ma:displayName="Last Preview Attempted On" ma:default="" ma:list="{9E343742-310B-4684-A24C-1D137CB4B230}" ma:internalName="LastPreviewAttemptDateLookup" ma:readOnly="true" ma:showField="LastPreview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edByLookup" ma:index="58" nillable="true" ma:displayName="Last Previewed By" ma:default="" ma:list="{9E343742-310B-4684-A24C-1D137CB4B230}" ma:internalName="LastPreviewedByLookup" ma:readOnly="true" ma:showField="LastPreview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TimeLookup" ma:index="59" nillable="true" ma:displayName="Last Previewed Date" ma:default="" ma:list="{9E343742-310B-4684-A24C-1D137CB4B230}" ma:internalName="LastPreviewTimeLookup" ma:readOnly="true" ma:showField="LastPreview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VersionLookup" ma:index="60" nillable="true" ma:displayName="Last Previewed Version" ma:default="" ma:list="{9E343742-310B-4684-A24C-1D137CB4B230}" ma:internalName="LastPreviewVersionLookup" ma:readOnly="true" ma:showField="LastPreview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rrorLookup" ma:index="61" nillable="true" ma:displayName="Last Publish Attempt Error" ma:default="" ma:list="{9E343742-310B-4684-A24C-1D137CB4B230}" ma:internalName="LastPublishErrorLookup" ma:readOnly="true" ma:showField="LastPublish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ResultLookup" ma:index="62" nillable="true" ma:displayName="Last Publish Attempt Result" ma:default="" ma:list="{9E343742-310B-4684-A24C-1D137CB4B230}" ma:internalName="LastPublishResultLookup" ma:readOnly="true" ma:showField="LastPublish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AttemptDateLookup" ma:index="63" nillable="true" ma:displayName="Last Publish Attempted On" ma:default="" ma:list="{9E343742-310B-4684-A24C-1D137CB4B230}" ma:internalName="LastPublishAttemptDateLookup" ma:readOnly="true" ma:showField="LastPublish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dByLookup" ma:index="64" nillable="true" ma:displayName="Last Published By" ma:default="" ma:list="{9E343742-310B-4684-A24C-1D137CB4B230}" ma:internalName="LastPublishedByLookup" ma:readOnly="true" ma:showField="LastPublish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TimeLookup" ma:index="65" nillable="true" ma:displayName="Last Published Date" ma:default="" ma:list="{9E343742-310B-4684-A24C-1D137CB4B230}" ma:internalName="LastPublishTimeLookup" ma:readOnly="true" ma:showField="LastPublish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VersionLookup" ma:index="66" nillable="true" ma:displayName="Last Published Version" ma:default="" ma:list="{9E343742-310B-4684-A24C-1D137CB4B230}" ma:internalName="LastPublishVersionLookup" ma:readOnly="true" ma:showField="LastPublish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LaunchHelpLinkType" ma:index="67" nillable="true" ma:displayName="Launch Help Link Type" ma:default="Template" ma:internalName="TPLaunchHelpLinkType">
      <xsd:simpleType>
        <xsd:restriction base="dms:Choice">
          <xsd:enumeration value="Template"/>
          <xsd:enumeration value="Training"/>
          <xsd:enumeration value="URL"/>
          <xsd:enumeration value="None"/>
        </xsd:restriction>
      </xsd:simpleType>
    </xsd:element>
    <xsd:element name="LegacyData" ma:index="68" nillable="true" ma:displayName="Legacy Data" ma:default="" ma:internalName="LegacyData" ma:readOnly="false">
      <xsd:simpleType>
        <xsd:restriction base="dms:Note"/>
      </xsd:simpleType>
    </xsd:element>
    <xsd:element name="TPLaunchHelpLink" ma:index="69" nillable="true" ma:displayName="Link to Launch Help Topic" ma:default="" ma:internalName="TPLaunchHelpLink">
      <xsd:simpleType>
        <xsd:restriction base="dms:Text"/>
      </xsd:simpleType>
    </xsd:element>
    <xsd:element name="LocComments" ma:index="70" nillable="true" ma:displayName="Loc Approval Comments" ma:default="" ma:internalName="LocComments" ma:readOnly="false">
      <xsd:simpleType>
        <xsd:restriction base="dms:Note"/>
      </xsd:simpleType>
    </xsd:element>
    <xsd:element name="LocLastLocAttemptVersionLookup" ma:index="71" nillable="true" ma:displayName="Loc Last Loc Attempt Version" ma:default="" ma:list="{7DD1DCEC-E449-43D3-891F-7DC62F62AD21}" ma:internalName="LocLastLocAttemptVersionLookup" ma:readOnly="false" ma:showField="LastLocAttemptVersion" ma:web="4873beb7-5857-4685-be1f-d57550cc96cc">
      <xsd:simpleType>
        <xsd:restriction base="dms:Lookup"/>
      </xsd:simpleType>
    </xsd:element>
    <xsd:element name="LocLastLocAttemptVersionTypeLookup" ma:index="72" nillable="true" ma:displayName="Loc Last Loc Attempt Version Type" ma:default="" ma:list="{7DD1DCEC-E449-43D3-891F-7DC62F62AD21}" ma:internalName="LocLastLocAttemptVersionTypeLookup" ma:readOnly="true" ma:showField="LastLocAttemptVersionType" ma:web="4873beb7-5857-4685-be1f-d57550cc96cc">
      <xsd:simpleType>
        <xsd:restriction base="dms:Lookup"/>
      </xsd:simpleType>
    </xsd:element>
    <xsd:element name="LocManualTestRequired" ma:index="73" nillable="true" ma:displayName="Loc Manual Test Required" ma:default="" ma:internalName="LocManualTestRequired" ma:readOnly="false">
      <xsd:simpleType>
        <xsd:restriction base="dms:Boolean"/>
      </xsd:simpleType>
    </xsd:element>
    <xsd:element name="LocMarketGroupTiers2" ma:index="74" nillable="true" ma:displayName="Loc Market Group Tiers" ma:internalName="LocMarketGroupTiers2" ma:readOnly="false">
      <xsd:simpleType>
        <xsd:restriction base="dms:Unknown"/>
      </xsd:simpleType>
    </xsd:element>
    <xsd:element name="LocNewPublishedVersionLookup" ma:index="75" nillable="true" ma:displayName="Loc New Published Version Lookup" ma:default="" ma:list="{7DD1DCEC-E449-43D3-891F-7DC62F62AD21}" ma:internalName="LocNewPublishedVersionLookup" ma:readOnly="true" ma:showField="NewPublishedVersion" ma:web="4873beb7-5857-4685-be1f-d57550cc96cc">
      <xsd:simpleType>
        <xsd:restriction base="dms:Lookup"/>
      </xsd:simpleType>
    </xsd:element>
    <xsd:element name="LocOverallHandbackStatusLookup" ma:index="76" nillable="true" ma:displayName="Loc Overall Handback Status" ma:default="" ma:list="{7DD1DCEC-E449-43D3-891F-7DC62F62AD21}" ma:internalName="LocOverallHandbackStatusLookup" ma:readOnly="true" ma:showField="OverallHandbackStatus" ma:web="4873beb7-5857-4685-be1f-d57550cc96cc">
      <xsd:simpleType>
        <xsd:restriction base="dms:Lookup"/>
      </xsd:simpleType>
    </xsd:element>
    <xsd:element name="LocOverallLocStatusLookup" ma:index="77" nillable="true" ma:displayName="Loc Overall Localize Status" ma:default="" ma:list="{7DD1DCEC-E449-43D3-891F-7DC62F62AD21}" ma:internalName="LocOverallLocStatusLookup" ma:readOnly="true" ma:showField="OverallLocStatus" ma:web="4873beb7-5857-4685-be1f-d57550cc96cc">
      <xsd:simpleType>
        <xsd:restriction base="dms:Lookup"/>
      </xsd:simpleType>
    </xsd:element>
    <xsd:element name="LocOverallPreviewStatusLookup" ma:index="78" nillable="true" ma:displayName="Loc Overall Preview Status" ma:default="" ma:list="{7DD1DCEC-E449-43D3-891F-7DC62F62AD21}" ma:internalName="LocOverallPreviewStatusLookup" ma:readOnly="true" ma:showField="OverallPreviewStatus" ma:web="4873beb7-5857-4685-be1f-d57550cc96cc">
      <xsd:simpleType>
        <xsd:restriction base="dms:Lookup"/>
      </xsd:simpleType>
    </xsd:element>
    <xsd:element name="LocOverallPublishStatusLookup" ma:index="79" nillable="true" ma:displayName="Loc Overall Publish Status" ma:default="" ma:list="{7DD1DCEC-E449-43D3-891F-7DC62F62AD21}" ma:internalName="LocOverallPublishStatusLookup" ma:readOnly="true" ma:showField="OverallPublishStatus" ma:web="4873beb7-5857-4685-be1f-d57550cc96cc">
      <xsd:simpleType>
        <xsd:restriction base="dms:Lookup"/>
      </xsd:simpleType>
    </xsd:element>
    <xsd:element name="IntlLocPriority" ma:index="80" nillable="true" ma:displayName="Loc Priority" ma:default="" ma:internalName="IntlLocPriority" ma:readOnly="false">
      <xsd:simpleType>
        <xsd:restriction base="dms:Unknown"/>
      </xsd:simpleType>
    </xsd:element>
    <xsd:element name="LocProcessedForHandoffsLookup" ma:index="81" nillable="true" ma:displayName="Loc Processed For Handoffs" ma:default="" ma:list="{7DD1DCEC-E449-43D3-891F-7DC62F62AD21}" ma:internalName="LocProcessedForHandoffsLookup" ma:readOnly="true" ma:showField="ProcessedForHandoffs" ma:web="4873beb7-5857-4685-be1f-d57550cc96cc">
      <xsd:simpleType>
        <xsd:restriction base="dms:Lookup"/>
      </xsd:simpleType>
    </xsd:element>
    <xsd:element name="LocProcessedForMarketsLookup" ma:index="82" nillable="true" ma:displayName="Loc Processed For Markets" ma:default="" ma:list="{7DD1DCEC-E449-43D3-891F-7DC62F62AD21}" ma:internalName="LocProcessedForMarketsLookup" ma:readOnly="true" ma:showField="ProcessedForMarkets" ma:web="4873beb7-5857-4685-be1f-d57550cc96cc">
      <xsd:simpleType>
        <xsd:restriction base="dms:Lookup"/>
      </xsd:simpleType>
    </xsd:element>
    <xsd:element name="LocPublishedDependentAssetsLookup" ma:index="83" nillable="true" ma:displayName="Loc Published Dependent Assets" ma:default="" ma:list="{7DD1DCEC-E449-43D3-891F-7DC62F62AD21}" ma:internalName="LocPublishedDependentAssetsLookup" ma:readOnly="true" ma:showField="PublishedDependentAssets" ma:web="4873beb7-5857-4685-be1f-d57550cc96cc">
      <xsd:simpleType>
        <xsd:restriction base="dms:Lookup"/>
      </xsd:simpleType>
    </xsd:element>
    <xsd:element name="LocPublishedLinkedAssetsLookup" ma:index="84" nillable="true" ma:displayName="Loc Published Linked Assets" ma:default="" ma:list="{7DD1DCEC-E449-43D3-891F-7DC62F62AD21}" ma:internalName="LocPublishedLinkedAssetsLookup" ma:readOnly="true" ma:showField="PublishedLinkedAssets" ma:web="4873beb7-5857-4685-be1f-d57550cc96cc">
      <xsd:simpleType>
        <xsd:restriction base="dms:Lookup"/>
      </xsd:simpleType>
    </xsd:element>
    <xsd:element name="LocRecommendedHandoff" ma:index="85" nillable="true" ma:displayName="Loc Recommended Handoff" ma:default="" ma:indexed="true" ma:internalName="LocRecommendedHandoff" ma:readOnly="false">
      <xsd:simpleType>
        <xsd:restriction base="dms:Text"/>
      </xsd:simpleType>
    </xsd:element>
    <xsd:element name="LocalizationTagsTaxHTField0" ma:index="87" nillable="true" ma:taxonomy="true" ma:internalName="LocalizationTagsTaxHTField0" ma:taxonomyFieldName="LocalizationTags" ma:displayName="Localization Tags" ma:readOnly="false" ma:default="" ma:fieldId="{00f02cb3-2c7c-424a-9c61-10e9b6878429}" ma:taxonomyMulti="true" ma:sspId="8f79753a-75d3-41f5-8ca3-40b843941b4f" ma:termSetId="5b7703a5-8e8b-4b58-8b31-1cea35331da3" ma:anchorId="00000000-0000-0000-0000-000000000000" ma:open="false" ma:isKeyword="false">
      <xsd:complexType>
        <xsd:sequence>
          <xsd:element ref="pc:Terms" minOccurs="0" maxOccurs="1"/>
        </xsd:sequence>
      </xsd:complexType>
    </xsd:element>
    <xsd:element name="MachineTranslated" ma:index="88" nillable="true" ma:displayName="Machine Translated" ma:default="" ma:internalName="MachineTranslated" ma:readOnly="false">
      <xsd:simpleType>
        <xsd:restriction base="dms:Boolean"/>
      </xsd:simpleType>
    </xsd:element>
    <xsd:element name="Manager" ma:index="89" nillable="true" ma:displayName="Manager" ma:hidden="true" ma:internalName="Manager" ma:readOnly="false">
      <xsd:simpleType>
        <xsd:restriction base="dms:Text"/>
      </xsd:simpleType>
    </xsd:element>
    <xsd:element name="Markets" ma:index="90" nillable="true" ma:displayName="Markets" ma:default="" ma:description="Leave blank to show in all markets" ma:list="{2FBD1B11-2ACE-4FDC-B5A3-635D4ADF6F1B}" ma:internalName="Markets" ma:readOnly="false" ma:showField="MarketNa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Milestone" ma:index="91" nillable="true" ma:displayName="Milestone" ma:default="" ma:internalName="Milestone" ma:readOnly="false">
      <xsd:simpleType>
        <xsd:restriction base="dms:Unknown"/>
      </xsd:simpleType>
    </xsd:element>
    <xsd:element name="TPNamespace" ma:index="94" nillable="true" ma:displayName="Namespace" ma:default="" ma:internalName="TPNamespace">
      <xsd:simpleType>
        <xsd:restriction base="dms:Text"/>
      </xsd:simpleType>
    </xsd:element>
    <xsd:element name="NumericId" ma:index="95" nillable="true" ma:displayName="Numeric ID" ma:default="" ma:indexed="true" ma:internalName="NumericId" ma:readOnly="false">
      <xsd:simpleType>
        <xsd:restriction base="dms:Number"/>
      </xsd:simpleType>
    </xsd:element>
    <xsd:element name="NumOfRatingsLookup" ma:index="96" nillable="true" ma:displayName="NumOfRatings" ma:default="" ma:list="{9E343742-310B-4684-A24C-1D137CB4B230}" ma:internalName="NumOfRatingsLookup" ma:readOnly="true" ma:showField="NumOfRating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OOCacheId" ma:index="97" nillable="true" ma:displayName="OOCacheId" ma:internalName="OOCacheId" ma:readOnly="false">
      <xsd:simpleType>
        <xsd:restriction base="dms:Text"/>
      </xsd:simpleType>
    </xsd:element>
    <xsd:element name="OpenTemplate" ma:index="98" nillable="true" ma:displayName="Open Template" ma:default="true" ma:internalName="OpenTemplate">
      <xsd:simpleType>
        <xsd:restriction base="dms:Boolean"/>
      </xsd:simpleType>
    </xsd:element>
    <xsd:element name="OriginAsset" ma:index="99" nillable="true" ma:displayName="Origin Asset" ma:default="" ma:internalName="OriginAsset" ma:readOnly="false">
      <xsd:simpleType>
        <xsd:restriction base="dms:Text"/>
      </xsd:simpleType>
    </xsd:element>
    <xsd:element name="OriginalRelease" ma:index="100" nillable="true" ma:displayName="Original Release" ma:default="15" ma:internalName="OriginalRelease" ma:readOnly="false">
      <xsd:simpleType>
        <xsd:restriction base="dms:Choice">
          <xsd:enumeration value="14"/>
          <xsd:enumeration value="15"/>
          <xsd:enumeration value="16"/>
        </xsd:restriction>
      </xsd:simpleType>
    </xsd:element>
    <xsd:element name="OriginalSourceMarket" ma:index="101" nillable="true" ma:displayName="Original Source Market Group" ma:default="" ma:internalName="OriginalSourceMarket" ma:readOnly="false">
      <xsd:simpleType>
        <xsd:restriction base="dms:Text"/>
      </xsd:simpleType>
    </xsd:element>
    <xsd:element name="OutputCachingOn" ma:index="102" nillable="true" ma:displayName="Output Caching" ma:default="true" ma:hidden="true" ma:internalName="OutputCachingOn" ma:readOnly="false">
      <xsd:simpleType>
        <xsd:restriction base="dms:Boolean"/>
      </xsd:simpleType>
    </xsd:element>
    <xsd:element name="ParentAssetId" ma:index="103" nillable="true" ma:displayName="Parent Asset Id" ma:default="" ma:internalName="ParentAssetId" ma:readOnly="false">
      <xsd:simpleType>
        <xsd:restriction base="dms:Text"/>
      </xsd:simpleType>
    </xsd:element>
    <xsd:element name="PlannedPubDate" ma:index="104" nillable="true" ma:displayName="Planned Publish Date" ma:default="" ma:indexed="true" ma:internalName="PlannedPubDate" ma:readOnly="false">
      <xsd:simpleType>
        <xsd:restriction base="dms:DateTime"/>
      </xsd:simpleType>
    </xsd:element>
    <xsd:element name="PolicheckWords" ma:index="105" nillable="true" ma:displayName="Policheck Words" ma:default="" ma:internalName="PolicheckWords" ma:readOnly="false">
      <xsd:simpleType>
        <xsd:restriction base="dms:Text"/>
      </xsd:simpleType>
    </xsd:element>
    <xsd:element name="BusinessGroup" ma:index="106" nillable="true" ma:displayName="Product Division Owner" ma:default="" ma:internalName="BusinessGroup" ma:readOnly="false">
      <xsd:simpleType>
        <xsd:restriction base="dms:Unknown"/>
      </xsd:simpleType>
    </xsd:element>
    <xsd:element name="UAProjectedTotalWords" ma:index="107" nillable="true" ma:displayName="Projected Word Count" ma:default="" ma:internalName="UAProjectedTotalWords" ma:readOnly="false">
      <xsd:simpleType>
        <xsd:restriction base="dms:Unknown"/>
      </xsd:simpleType>
    </xsd:element>
    <xsd:element name="Provider" ma:index="108" nillable="true" ma:displayName="Provider" ma:default="" ma:internalName="Provider" ma:readOnly="false">
      <xsd:simpleType>
        <xsd:restriction base="dms:Unknown"/>
      </xsd:simpleType>
    </xsd:element>
    <xsd:element name="Providers" ma:index="109" nillable="true" ma:displayName="Providers" ma:default="" ma:internalName="Providers">
      <xsd:simpleType>
        <xsd:restriction base="dms:Unknown"/>
      </xsd:simpleType>
    </xsd:element>
    <xsd:element name="PublishStatusLookup" ma:index="110" nillable="true" ma:displayName="Publish Status" ma:default="" ma:list="{9E343742-310B-4684-A24C-1D137CB4B230}" ma:internalName="PublishStatusLookup" ma:readOnly="false" ma:showField="PublishStatu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PublishTargets" ma:index="111" nillable="true" ma:displayName="Publish Target" ma:default="OfficeOnlineVNext" ma:internalName="PublishTargets" ma:readOnly="false">
      <xsd:simpleType>
        <xsd:restriction base="dms:Unknown"/>
      </xsd:simpleType>
    </xsd:element>
    <xsd:element name="RecommendationsModifier" ma:index="112" nillable="true" ma:displayName="Recommendations Modifier" ma:default="" ma:internalName="RecommendationsModifier" ma:readOnly="false">
      <xsd:simpleType>
        <xsd:restriction base="dms:Number"/>
      </xsd:simpleType>
    </xsd:element>
    <xsd:element name="ArtSampleDocs" ma:index="113" nillable="true" ma:displayName="Sample Docs" ma:default="" ma:hidden="true" ma:internalName="ArtSampleDocs" ma:readOnly="false">
      <xsd:simpleType>
        <xsd:restriction base="dms:Text"/>
      </xsd:simpleType>
    </xsd:element>
    <xsd:element name="ScenarioTagsTaxHTField0" ma:index="115" nillable="true" ma:taxonomy="true" ma:internalName="ScenarioTagsTaxHTField0" ma:taxonomyFieldName="ScenarioTags" ma:displayName="Scenarios" ma:readOnly="false" ma:default="" ma:fieldId="{93aef74d-6c78-4815-8310-51477dceeccc}" ma:taxonomyMulti="true" ma:sspId="8f79753a-75d3-41f5-8ca3-40b843941b4f" ma:termSetId="4b7d5f16-e2f2-4fc0-bab3-6e8b931e57d6" ma:anchorId="00000000-0000-0000-0000-000000000000" ma:open="false" ma:isKeyword="false">
      <xsd:complexType>
        <xsd:sequence>
          <xsd:element ref="pc:Terms" minOccurs="0" maxOccurs="1"/>
        </xsd:sequence>
      </xsd:complexType>
    </xsd:element>
    <xsd:element name="ShowIn" ma:index="117" nillable="true" ma:displayName="Show In" ma:default="Show everywhere" ma:internalName="ShowIn" ma:readOnly="false">
      <xsd:simpleType>
        <xsd:restriction base="dms:Choice">
          <xsd:enumeration value="Hide on web"/>
          <xsd:enumeration value="On Web no search"/>
          <xsd:enumeration value="Show everywhere"/>
          <xsd:enumeration value="Special use only"/>
        </xsd:restriction>
      </xsd:simpleType>
    </xsd:element>
    <xsd:element name="SourceTitle" ma:index="118" nillable="true" ma:displayName="Source Title" ma:default="" ma:indexed="true" ma:internalName="SourceTitle" ma:readOnly="false">
      <xsd:simpleType>
        <xsd:restriction base="dms:Text"/>
      </xsd:simpleType>
    </xsd:element>
    <xsd:element name="CSXSubmissionDate" ma:index="119" nillable="true" ma:displayName="Submission Date" ma:default="" ma:internalName="CSXSubmissionDate" ma:readOnly="false">
      <xsd:simpleType>
        <xsd:restriction base="dms:DateTime"/>
      </xsd:simpleType>
    </xsd:element>
    <xsd:element name="SubmitterId" ma:index="120" nillable="true" ma:displayName="Submitter ID" ma:default="" ma:internalName="SubmitterId" ma:readOnly="false">
      <xsd:simpleType>
        <xsd:restriction base="dms:Text"/>
      </xsd:simpleType>
    </xsd:element>
    <xsd:element name="TaxCatchAll" ma:index="121" nillable="true" ma:displayName="Taxonomy Catch All Column" ma:hidden="true" ma:list="{530f955b-6704-4601-bd83-f81d87f1e440}" ma:internalName="TaxCatchAll" ma:showField="CatchAllData"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axCatchAllLabel" ma:index="122" nillable="true" ma:displayName="Taxonomy Catch All Column1" ma:hidden="true" ma:list="{530f955b-6704-4601-bd83-f81d87f1e440}" ma:internalName="TaxCatchAllLabel" ma:readOnly="true" ma:showField="CatchAllDataLabel"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emplateStatus" ma:index="123" nillable="true" ma:displayName="Template Status" ma:default="" ma:internalName="TemplateStatus">
      <xsd:simpleType>
        <xsd:restriction base="dms:Unknown"/>
      </xsd:simpleType>
    </xsd:element>
    <xsd:element name="TemplateTemplateType" ma:index="124" nillable="true" ma:displayName="Template Type" ma:default="" ma:internalName="TemplateTemplateType">
      <xsd:simpleType>
        <xsd:restriction base="dms:Unknown"/>
      </xsd:simpleType>
    </xsd:element>
    <xsd:element name="ThumbnailAssetId" ma:index="125" nillable="true" ma:displayName="Thumbnail Image Asset" ma:default="" ma:internalName="ThumbnailAssetId" ma:readOnly="false">
      <xsd:simpleType>
        <xsd:restriction base="dms:Text"/>
      </xsd:simpleType>
    </xsd:element>
    <xsd:element name="TimesCloned" ma:index="126" nillable="true" ma:displayName="Times Cloned" ma:default="" ma:internalName="TimesCloned" ma:readOnly="false">
      <xsd:simpleType>
        <xsd:restriction base="dms:Number"/>
      </xsd:simpleType>
    </xsd:element>
    <xsd:element name="TrustLevel" ma:index="128" nillable="true" ma:displayName="Trust Level" ma:default="1 Microsoft Managed Content" ma:internalName="TrustLevel" ma:readOnly="false">
      <xsd:simpleType>
        <xsd:restriction base="dms:Unknown"/>
      </xsd:simpleType>
    </xsd:element>
    <xsd:element name="UALocComments" ma:index="129" nillable="true" ma:displayName="UA Loc Comments" ma:default="" ma:internalName="UALocComments" ma:readOnly="false">
      <xsd:simpleType>
        <xsd:restriction base="dms:Note"/>
      </xsd:simpleType>
    </xsd:element>
    <xsd:element name="UALocRecommendation" ma:index="130" nillable="true" ma:displayName="UA Loc Recommendation" ma:default="Localize" ma:internalName="UALocRecommendation" ma:readOnly="false">
      <xsd:simpleType>
        <xsd:restriction base="dms:Choice">
          <xsd:enumeration value="Localize"/>
          <xsd:enumeration value="Never Localize"/>
          <xsd:enumeration value="Priority Localize"/>
        </xsd:restriction>
      </xsd:simpleType>
    </xsd:element>
    <xsd:element name="UANotes" ma:index="131" nillable="true" ma:displayName="UA Notes" ma:default="" ma:internalName="UANotes" ma:readOnly="false">
      <xsd:simpleType>
        <xsd:restriction base="dms:Note"/>
      </xsd:simpleType>
    </xsd:element>
    <xsd:element name="TPAppVersion" ma:index="132" nillable="true" ma:displayName="Version" ma:default="" ma:internalName="TPAppVersion">
      <xsd:simpleType>
        <xsd:restriction base="dms:Text"/>
      </xsd:simpleType>
    </xsd:element>
    <xsd:element name="VoteCount" ma:index="133" nillable="true" ma:displayName="Vote Count" ma:default="" ma:internalName="VoteCount" ma:readOnly="fals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2" ma:displayName="Content Type"/>
        <xsd:element ref="dc:title" minOccurs="0" maxOccurs="1" ma:index="127"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APDescription xmlns="4873beb7-5857-4685-be1f-d57550cc96cc" xsi:nil="true"/>
    <AssetExpire xmlns="4873beb7-5857-4685-be1f-d57550cc96cc">2029-01-01T08:00:00+00:00</AssetExpire>
    <CampaignTagsTaxHTField0 xmlns="4873beb7-5857-4685-be1f-d57550cc96cc">
      <Terms xmlns="http://schemas.microsoft.com/office/infopath/2007/PartnerControls"/>
    </CampaignTagsTaxHTField0>
    <IntlLangReviewDate xmlns="4873beb7-5857-4685-be1f-d57550cc96cc" xsi:nil="true"/>
    <TPFriendlyName xmlns="4873beb7-5857-4685-be1f-d57550cc96cc" xsi:nil="true"/>
    <IntlLangReview xmlns="4873beb7-5857-4685-be1f-d57550cc96cc">false</IntlLangReview>
    <LocLastLocAttemptVersionLookup xmlns="4873beb7-5857-4685-be1f-d57550cc96cc">855024</LocLastLocAttemptVersionLookup>
    <PolicheckWords xmlns="4873beb7-5857-4685-be1f-d57550cc96cc" xsi:nil="true"/>
    <SubmitterId xmlns="4873beb7-5857-4685-be1f-d57550cc96cc" xsi:nil="true"/>
    <AcquiredFrom xmlns="4873beb7-5857-4685-be1f-d57550cc96cc">Internal MS</AcquiredFrom>
    <EditorialStatus xmlns="4873beb7-5857-4685-be1f-d57550cc96cc">Complete</EditorialStatus>
    <Markets xmlns="4873beb7-5857-4685-be1f-d57550cc96cc"/>
    <OriginAsset xmlns="4873beb7-5857-4685-be1f-d57550cc96cc" xsi:nil="true"/>
    <AssetStart xmlns="4873beb7-5857-4685-be1f-d57550cc96cc">2012-08-31T08:50:00+00:00</AssetStart>
    <FriendlyTitle xmlns="4873beb7-5857-4685-be1f-d57550cc96cc" xsi:nil="true"/>
    <MarketSpecific xmlns="4873beb7-5857-4685-be1f-d57550cc96cc">false</MarketSpecific>
    <TPNamespace xmlns="4873beb7-5857-4685-be1f-d57550cc96cc" xsi:nil="true"/>
    <PublishStatusLookup xmlns="4873beb7-5857-4685-be1f-d57550cc96cc">
      <Value>1616423</Value>
    </PublishStatusLookup>
    <APAuthor xmlns="4873beb7-5857-4685-be1f-d57550cc96cc">
      <UserInfo>
        <DisplayName>REDMOND\kristaa</DisplayName>
        <AccountId>136</AccountId>
        <AccountType/>
      </UserInfo>
    </APAuthor>
    <TPCommandLine xmlns="4873beb7-5857-4685-be1f-d57550cc96cc" xsi:nil="true"/>
    <IntlLangReviewer xmlns="4873beb7-5857-4685-be1f-d57550cc96cc" xsi:nil="true"/>
    <OpenTemplate xmlns="4873beb7-5857-4685-be1f-d57550cc96cc">true</OpenTemplate>
    <CSXSubmissionDate xmlns="4873beb7-5857-4685-be1f-d57550cc96cc" xsi:nil="true"/>
    <TaxCatchAll xmlns="4873beb7-5857-4685-be1f-d57550cc96cc"/>
    <Manager xmlns="4873beb7-5857-4685-be1f-d57550cc96cc" xsi:nil="true"/>
    <NumericId xmlns="4873beb7-5857-4685-be1f-d57550cc96cc" xsi:nil="true"/>
    <ParentAssetId xmlns="4873beb7-5857-4685-be1f-d57550cc96cc" xsi:nil="true"/>
    <OriginalSourceMarket xmlns="4873beb7-5857-4685-be1f-d57550cc96cc" xsi:nil="true"/>
    <ApprovalStatus xmlns="4873beb7-5857-4685-be1f-d57550cc96cc">InProgress</ApprovalStatus>
    <TPComponent xmlns="4873beb7-5857-4685-be1f-d57550cc96cc" xsi:nil="true"/>
    <EditorialTags xmlns="4873beb7-5857-4685-be1f-d57550cc96cc" xsi:nil="true"/>
    <TPExecutable xmlns="4873beb7-5857-4685-be1f-d57550cc96cc" xsi:nil="true"/>
    <TPLaunchHelpLink xmlns="4873beb7-5857-4685-be1f-d57550cc96cc" xsi:nil="true"/>
    <LocComments xmlns="4873beb7-5857-4685-be1f-d57550cc96cc" xsi:nil="true"/>
    <LocRecommendedHandoff xmlns="4873beb7-5857-4685-be1f-d57550cc96cc" xsi:nil="true"/>
    <SourceTitle xmlns="4873beb7-5857-4685-be1f-d57550cc96cc" xsi:nil="true"/>
    <CSXUpdate xmlns="4873beb7-5857-4685-be1f-d57550cc96cc">false</CSXUpdate>
    <IntlLocPriority xmlns="4873beb7-5857-4685-be1f-d57550cc96cc" xsi:nil="true"/>
    <UAProjectedTotalWords xmlns="4873beb7-5857-4685-be1f-d57550cc96cc" xsi:nil="true"/>
    <AssetType xmlns="4873beb7-5857-4685-be1f-d57550cc96cc">TP</AssetType>
    <MachineTranslated xmlns="4873beb7-5857-4685-be1f-d57550cc96cc">false</MachineTranslated>
    <OutputCachingOn xmlns="4873beb7-5857-4685-be1f-d57550cc96cc">false</OutputCachingOn>
    <TemplateStatus xmlns="4873beb7-5857-4685-be1f-d57550cc96cc">Complete</TemplateStatus>
    <IsSearchable xmlns="4873beb7-5857-4685-be1f-d57550cc96cc">true</IsSearchable>
    <ContentItem xmlns="4873beb7-5857-4685-be1f-d57550cc96cc" xsi:nil="true"/>
    <HandoffToMSDN xmlns="4873beb7-5857-4685-be1f-d57550cc96cc" xsi:nil="true"/>
    <ShowIn xmlns="4873beb7-5857-4685-be1f-d57550cc96cc">Show everywhere</ShowIn>
    <ThumbnailAssetId xmlns="4873beb7-5857-4685-be1f-d57550cc96cc" xsi:nil="true"/>
    <UALocComments xmlns="4873beb7-5857-4685-be1f-d57550cc96cc" xsi:nil="true"/>
    <UALocRecommendation xmlns="4873beb7-5857-4685-be1f-d57550cc96cc">Localize</UALocRecommendation>
    <LastModifiedDateTime xmlns="4873beb7-5857-4685-be1f-d57550cc96cc" xsi:nil="true"/>
    <LegacyData xmlns="4873beb7-5857-4685-be1f-d57550cc96cc" xsi:nil="true"/>
    <LocManualTestRequired xmlns="4873beb7-5857-4685-be1f-d57550cc96cc">false</LocManualTestRequired>
    <LocMarketGroupTiers2 xmlns="4873beb7-5857-4685-be1f-d57550cc96cc" xsi:nil="true"/>
    <ClipArtFilename xmlns="4873beb7-5857-4685-be1f-d57550cc96cc" xsi:nil="true"/>
    <TPApplication xmlns="4873beb7-5857-4685-be1f-d57550cc96cc" xsi:nil="true"/>
    <CSXHash xmlns="4873beb7-5857-4685-be1f-d57550cc96cc" xsi:nil="true"/>
    <DirectSourceMarket xmlns="4873beb7-5857-4685-be1f-d57550cc96cc" xsi:nil="true"/>
    <PrimaryImageGen xmlns="4873beb7-5857-4685-be1f-d57550cc96cc">true</PrimaryImageGen>
    <PlannedPubDate xmlns="4873beb7-5857-4685-be1f-d57550cc96cc" xsi:nil="true"/>
    <CSXSubmissionMarket xmlns="4873beb7-5857-4685-be1f-d57550cc96cc" xsi:nil="true"/>
    <Downloads xmlns="4873beb7-5857-4685-be1f-d57550cc96cc">0</Downloads>
    <ArtSampleDocs xmlns="4873beb7-5857-4685-be1f-d57550cc96cc" xsi:nil="true"/>
    <TrustLevel xmlns="4873beb7-5857-4685-be1f-d57550cc96cc">1 Microsoft Managed Content</TrustLevel>
    <BlockPublish xmlns="4873beb7-5857-4685-be1f-d57550cc96cc">false</BlockPublish>
    <TPLaunchHelpLinkType xmlns="4873beb7-5857-4685-be1f-d57550cc96cc">Template</TPLaunchHelpLinkType>
    <LocalizationTagsTaxHTField0 xmlns="4873beb7-5857-4685-be1f-d57550cc96cc">
      <Terms xmlns="http://schemas.microsoft.com/office/infopath/2007/PartnerControls"/>
    </LocalizationTagsTaxHTField0>
    <BusinessGroup xmlns="4873beb7-5857-4685-be1f-d57550cc96cc" xsi:nil="true"/>
    <Providers xmlns="4873beb7-5857-4685-be1f-d57550cc96cc" xsi:nil="true"/>
    <TemplateTemplateType xmlns="4873beb7-5857-4685-be1f-d57550cc96cc">PowerPoint Presentation Template</TemplateTemplateType>
    <TimesCloned xmlns="4873beb7-5857-4685-be1f-d57550cc96cc" xsi:nil="true"/>
    <TPAppVersion xmlns="4873beb7-5857-4685-be1f-d57550cc96cc" xsi:nil="true"/>
    <VoteCount xmlns="4873beb7-5857-4685-be1f-d57550cc96cc" xsi:nil="true"/>
    <AverageRating xmlns="4873beb7-5857-4685-be1f-d57550cc96cc" xsi:nil="true"/>
    <FeatureTagsTaxHTField0 xmlns="4873beb7-5857-4685-be1f-d57550cc96cc">
      <Terms xmlns="http://schemas.microsoft.com/office/infopath/2007/PartnerControls"/>
    </FeatureTagsTaxHTField0>
    <Provider xmlns="4873beb7-5857-4685-be1f-d57550cc96cc" xsi:nil="true"/>
    <UACurrentWords xmlns="4873beb7-5857-4685-be1f-d57550cc96cc" xsi:nil="true"/>
    <AssetId xmlns="4873beb7-5857-4685-be1f-d57550cc96cc">TP103431361</AssetId>
    <TPClientViewer xmlns="4873beb7-5857-4685-be1f-d57550cc96cc" xsi:nil="true"/>
    <DSATActionTaken xmlns="4873beb7-5857-4685-be1f-d57550cc96cc" xsi:nil="true"/>
    <APEditor xmlns="4873beb7-5857-4685-be1f-d57550cc96cc">
      <UserInfo>
        <DisplayName/>
        <AccountId xsi:nil="true"/>
        <AccountType/>
      </UserInfo>
    </APEditor>
    <TPInstallLocation xmlns="4873beb7-5857-4685-be1f-d57550cc96cc" xsi:nil="true"/>
    <OOCacheId xmlns="4873beb7-5857-4685-be1f-d57550cc96cc" xsi:nil="true"/>
    <IsDeleted xmlns="4873beb7-5857-4685-be1f-d57550cc96cc">false</IsDeleted>
    <PublishTargets xmlns="4873beb7-5857-4685-be1f-d57550cc96cc">OfficeOnlineVNext</PublishTargets>
    <ApprovalLog xmlns="4873beb7-5857-4685-be1f-d57550cc96cc" xsi:nil="true"/>
    <BugNumber xmlns="4873beb7-5857-4685-be1f-d57550cc96cc" xsi:nil="true"/>
    <CrawlForDependencies xmlns="4873beb7-5857-4685-be1f-d57550cc96cc">false</CrawlForDependencies>
    <InternalTagsTaxHTField0 xmlns="4873beb7-5857-4685-be1f-d57550cc96cc">
      <Terms xmlns="http://schemas.microsoft.com/office/infopath/2007/PartnerControls"/>
    </InternalTagsTaxHTField0>
    <LastHandOff xmlns="4873beb7-5857-4685-be1f-d57550cc96cc" xsi:nil="true"/>
    <Milestone xmlns="4873beb7-5857-4685-be1f-d57550cc96cc" xsi:nil="true"/>
    <OriginalRelease xmlns="4873beb7-5857-4685-be1f-d57550cc96cc">15</OriginalRelease>
    <RecommendationsModifier xmlns="4873beb7-5857-4685-be1f-d57550cc96cc" xsi:nil="true"/>
    <ScenarioTagsTaxHTField0 xmlns="4873beb7-5857-4685-be1f-d57550cc96cc">
      <Terms xmlns="http://schemas.microsoft.com/office/infopath/2007/PartnerControls"/>
    </ScenarioTagsTaxHTField0>
    <UANotes xmlns="4873beb7-5857-4685-be1f-d57550cc96cc" xsi:nil="true"/>
  </documentManagement>
</p:properties>
</file>

<file path=customXml/itemProps1.xml><?xml version="1.0" encoding="utf-8"?>
<ds:datastoreItem xmlns:ds="http://schemas.openxmlformats.org/officeDocument/2006/customXml" ds:itemID="{561E720F-F05D-4536-9C34-0CFCED65D3B7}">
  <ds:schemaRefs>
    <ds:schemaRef ds:uri="http://schemas.microsoft.com/sharepoint/v3/contenttype/forms"/>
  </ds:schemaRefs>
</ds:datastoreItem>
</file>

<file path=customXml/itemProps2.xml><?xml version="1.0" encoding="utf-8"?>
<ds:datastoreItem xmlns:ds="http://schemas.openxmlformats.org/officeDocument/2006/customXml" ds:itemID="{28C8B9CA-0273-4370-889A-FC05DA5C2FA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73beb7-5857-4685-be1f-d57550cc96c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CDDBB83-77C1-4099-A0AA-289882E745E2}">
  <ds:schemaRefs>
    <ds:schemaRef ds:uri="http://schemas.microsoft.com/office/2006/metadata/properties"/>
    <ds:schemaRef ds:uri="http://schemas.microsoft.com/office/infopath/2007/PartnerControls"/>
    <ds:schemaRef ds:uri="4873beb7-5857-4685-be1f-d57550cc96cc"/>
  </ds:schemaRefs>
</ds:datastoreItem>
</file>

<file path=docProps/app.xml><?xml version="1.0" encoding="utf-8"?>
<Properties xmlns="http://schemas.openxmlformats.org/officeDocument/2006/extended-properties" xmlns:vt="http://schemas.openxmlformats.org/officeDocument/2006/docPropsVTypes">
  <Template>Academic presentation, pinstripe and ribbon design (widescreen)</Template>
  <TotalTime>1685</TotalTime>
  <Words>1173</Words>
  <Application>Microsoft Office PowerPoint</Application>
  <PresentationFormat>Widescreen</PresentationFormat>
  <Paragraphs>102</Paragraphs>
  <Slides>10</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Euphemia</vt:lpstr>
      <vt:lpstr>Plantagenet Cherokee</vt:lpstr>
      <vt:lpstr>Wingdings</vt:lpstr>
      <vt:lpstr>Academic Literature 16x9</vt:lpstr>
      <vt:lpstr> Protecting personal data</vt:lpstr>
      <vt:lpstr> Protecting personal data</vt:lpstr>
      <vt:lpstr>Introduction</vt:lpstr>
      <vt:lpstr>Different technical approaches to data protection </vt:lpstr>
      <vt:lpstr>Different technical approaches to data protection</vt:lpstr>
      <vt:lpstr>Pseudonymization (Cont)</vt:lpstr>
      <vt:lpstr>Encryption</vt:lpstr>
      <vt:lpstr>Comparison of the different techniques in data protection</vt:lpstr>
      <vt:lpstr>Summary</vt:lpstr>
      <vt:lpstr>Bibliography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Deviations in ScRum</dc:title>
  <dc:creator>Wycliffe Bahati</dc:creator>
  <cp:lastModifiedBy>Wycliffe Bahati</cp:lastModifiedBy>
  <cp:revision>16</cp:revision>
  <dcterms:created xsi:type="dcterms:W3CDTF">2022-06-04T07:31:38Z</dcterms:created>
  <dcterms:modified xsi:type="dcterms:W3CDTF">2022-07-23T09:06:36Z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0x0101006EDDDB5EE6D98C44930B742096920B300400F5B6D36B3EF94B4E9A635CDF2A18F5B8</vt:lpwstr>
  </property>
  <property fmtid="{D5CDD505-2E9C-101B-9397-08002B2CF9AE}" pid="3" name="InternalTags">
    <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